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7" r:id="rId1"/>
  </p:sldMasterIdLst>
  <p:notesMasterIdLst>
    <p:notesMasterId r:id="rId13"/>
  </p:notesMasterIdLst>
  <p:sldIdLst>
    <p:sldId id="268" r:id="rId2"/>
    <p:sldId id="281" r:id="rId3"/>
    <p:sldId id="282" r:id="rId4"/>
    <p:sldId id="272" r:id="rId5"/>
    <p:sldId id="259" r:id="rId6"/>
    <p:sldId id="283" r:id="rId7"/>
    <p:sldId id="261" r:id="rId8"/>
    <p:sldId id="264" r:id="rId9"/>
    <p:sldId id="265" r:id="rId10"/>
    <p:sldId id="267" r:id="rId11"/>
    <p:sldId id="270" r:id="rId12"/>
  </p:sldIdLst>
  <p:sldSz cx="12192000" cy="6858000"/>
  <p:notesSz cx="7102475" cy="9037638"/>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p:scale>
          <a:sx n="100" d="100"/>
          <a:sy n="100" d="100"/>
        </p:scale>
        <p:origin x="990" y="1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8163" cy="45243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022725" y="0"/>
            <a:ext cx="3078163" cy="452438"/>
          </a:xfrm>
          <a:prstGeom prst="rect">
            <a:avLst/>
          </a:prstGeom>
        </p:spPr>
        <p:txBody>
          <a:bodyPr vert="horz" lIns="91440" tIns="45720" rIns="91440" bIns="45720" rtlCol="0"/>
          <a:lstStyle>
            <a:lvl1pPr algn="r">
              <a:defRPr sz="1200"/>
            </a:lvl1pPr>
          </a:lstStyle>
          <a:p>
            <a:fld id="{72E1B120-E1B5-4476-BA92-D20A2A21079B}" type="datetimeFigureOut">
              <a:rPr lang="en-US" smtClean="0"/>
              <a:t>12/27/2025</a:t>
            </a:fld>
            <a:endParaRPr lang="en-US"/>
          </a:p>
        </p:txBody>
      </p:sp>
      <p:sp>
        <p:nvSpPr>
          <p:cNvPr id="4" name="Slide Image Placeholder 3"/>
          <p:cNvSpPr>
            <a:spLocks noGrp="1" noRot="1" noChangeAspect="1"/>
          </p:cNvSpPr>
          <p:nvPr>
            <p:ph type="sldImg" idx="2"/>
          </p:nvPr>
        </p:nvSpPr>
        <p:spPr>
          <a:xfrm>
            <a:off x="839788" y="1130300"/>
            <a:ext cx="5422900" cy="3049588"/>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9613" y="4349750"/>
            <a:ext cx="5683250" cy="355758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585200"/>
            <a:ext cx="3078163" cy="452438"/>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022725" y="8585200"/>
            <a:ext cx="3078163" cy="452438"/>
          </a:xfrm>
          <a:prstGeom prst="rect">
            <a:avLst/>
          </a:prstGeom>
        </p:spPr>
        <p:txBody>
          <a:bodyPr vert="horz" lIns="91440" tIns="45720" rIns="91440" bIns="45720" rtlCol="0" anchor="b"/>
          <a:lstStyle>
            <a:lvl1pPr algn="r">
              <a:defRPr sz="1200"/>
            </a:lvl1pPr>
          </a:lstStyle>
          <a:p>
            <a:fld id="{1DAAF7F5-5705-41B7-8C29-A9CFA32D44BB}" type="slidenum">
              <a:rPr lang="en-US" smtClean="0"/>
              <a:t>‹#›</a:t>
            </a:fld>
            <a:endParaRPr lang="en-US"/>
          </a:p>
        </p:txBody>
      </p:sp>
    </p:spTree>
    <p:extLst>
      <p:ext uri="{BB962C8B-B14F-4D97-AF65-F5344CB8AC3E}">
        <p14:creationId xmlns:p14="http://schemas.microsoft.com/office/powerpoint/2010/main" val="1925599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3"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7"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sp>
      <p:sp>
        <p:nvSpPr>
          <p:cNvPr id="6" name="Slide Number Placeholder 5"/>
          <p:cNvSpPr>
            <a:spLocks noGrp="1"/>
          </p:cNvSpPr>
          <p:nvPr>
            <p:ph type="sldNum" sz="quarter" idx="12"/>
          </p:nvPr>
        </p:nvSpPr>
        <p:spPr>
          <a:xfrm>
            <a:off x="531812" y="4529540"/>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6965515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3"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16345620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2640156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1" name="Slide Number Placeholder 5"/>
          <p:cNvSpPr>
            <a:spLocks noGrp="1"/>
          </p:cNvSpPr>
          <p:nvPr>
            <p:ph type="sldNum" sz="quarter" idx="12"/>
          </p:nvPr>
        </p:nvSpPr>
        <p:spPr>
          <a:xfrm>
            <a:off x="531812" y="787782"/>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41225543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1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3" name="Slide Number Placeholder 5"/>
          <p:cNvSpPr>
            <a:spLocks noGrp="1"/>
          </p:cNvSpPr>
          <p:nvPr>
            <p:ph type="sldNum" sz="quarter" idx="12"/>
          </p:nvPr>
        </p:nvSpPr>
        <p:spPr>
          <a:xfrm>
            <a:off x="531812" y="787782"/>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708703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7"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5" name="Slide Number Placeholder 4"/>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9662084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6"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US"/>
          </a:p>
        </p:txBody>
      </p:sp>
      <p:sp>
        <p:nvSpPr>
          <p:cNvPr id="4" name="Slide Number Placeholder 3"/>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1956788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3"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400157846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2856189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9"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87277930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3"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1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a:xfrm>
            <a:off x="531812" y="3244139"/>
            <a:ext cx="779767" cy="365125"/>
          </a:xfrm>
        </p:spPr>
        <p:txBody>
          <a:bodyPr/>
          <a:lstStyle/>
          <a:p>
            <a:fld id="{115A9337-9632-4024-8693-4508CB48E3B1}" type="slidenum">
              <a:rPr lang="en-US" smtClean="0"/>
              <a:t>‹#›</a:t>
            </a:fld>
            <a:endParaRPr lang="en-US" dirty="0"/>
          </a:p>
        </p:txBody>
      </p:sp>
      <p:sp>
        <p:nvSpPr>
          <p:cNvPr id="14"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5"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759904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88839851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2"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11"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
        <p:nvSpPr>
          <p:cNvPr id="17"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8"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extLst>
      <p:ext uri="{BB962C8B-B14F-4D97-AF65-F5344CB8AC3E}">
        <p14:creationId xmlns:p14="http://schemas.microsoft.com/office/powerpoint/2010/main" val="35339208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2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4"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5" name="Date Placeholder 4"/>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9"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7" name="Slide Number Placeholder 6"/>
          <p:cNvSpPr>
            <a:spLocks noGrp="1"/>
          </p:cNvSpPr>
          <p:nvPr>
            <p:ph type="sldNum" sz="quarter" idx="12"/>
          </p:nvPr>
        </p:nvSpPr>
        <p:spPr>
          <a:xfrm>
            <a:off x="531812" y="4983087"/>
            <a:ext cx="779767" cy="365125"/>
          </a:xfrm>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329642421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221277635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9BBC5F-5CDA-4125-9BC9-B7DDB6C51A18}" type="datetimeFigureOut">
              <a:rPr lang="en-US" smtClean="0"/>
              <a:t>12/27/2025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6" name="Slide Number Placeholder 5"/>
          <p:cNvSpPr>
            <a:spLocks noGrp="1"/>
          </p:cNvSpPr>
          <p:nvPr>
            <p:ph type="sldNum" sz="quarter" idx="12"/>
          </p:nvPr>
        </p:nvSpPr>
        <p:spPr/>
        <p:txBody>
          <a:bodyPr/>
          <a:lstStyle/>
          <a:p>
            <a:fld id="{115A9337-9632-4024-8693-4508CB48E3B1}" type="slidenum">
              <a:rPr lang="en-US" smtClean="0"/>
              <a:t>‹#›</a:t>
            </a:fld>
            <a:endParaRPr lang="en-US" dirty="0"/>
          </a:p>
        </p:txBody>
      </p:sp>
    </p:spTree>
    <p:extLst>
      <p:ext uri="{BB962C8B-B14F-4D97-AF65-F5344CB8AC3E}">
        <p14:creationId xmlns:p14="http://schemas.microsoft.com/office/powerpoint/2010/main" val="2969204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23" name="Group 22"/>
          <p:cNvGrpSpPr/>
          <p:nvPr/>
        </p:nvGrpSpPr>
        <p:grpSpPr>
          <a:xfrm>
            <a:off x="1" y="228600"/>
            <a:ext cx="2851516" cy="6638628"/>
            <a:chOff x="2487613" y="285750"/>
            <a:chExt cx="2428875" cy="5654676"/>
          </a:xfrm>
        </p:grpSpPr>
        <p:sp>
          <p:nvSpPr>
            <p:cNvPr id="24"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25"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26"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27"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28"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29"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30"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31"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32"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33"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34"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35"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0" name="Group 9"/>
          <p:cNvGrpSpPr/>
          <p:nvPr/>
        </p:nvGrpSpPr>
        <p:grpSpPr>
          <a:xfrm>
            <a:off x="27221" y="-786"/>
            <a:ext cx="2356674" cy="6854039"/>
            <a:chOff x="6627813" y="194833"/>
            <a:chExt cx="1952625" cy="5678918"/>
          </a:xfrm>
        </p:grpSpPr>
        <p:sp>
          <p:nvSpPr>
            <p:cNvPr id="11"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2"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3"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4"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5"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6"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7"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8"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9"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20"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21"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22"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7"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2"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6A9BBC5F-5CDA-4125-9BC9-B7DDB6C51A18}" type="datetimeFigureOut">
              <a:rPr lang="en-US" smtClean="0"/>
              <a:t>12/27/2025</a:t>
            </a:fld>
            <a:endParaRPr lang="en-US" dirty="0"/>
          </a:p>
        </p:txBody>
      </p:sp>
      <p:sp>
        <p:nvSpPr>
          <p:cNvPr id="5"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115A9337-9632-4024-8693-4508CB48E3B1}" type="slidenum">
              <a:rPr lang="en-US" smtClean="0"/>
              <a:t>‹#›</a:t>
            </a:fld>
            <a:endParaRPr lang="en-US" dirty="0"/>
          </a:p>
        </p:txBody>
      </p:sp>
    </p:spTree>
    <p:extLst>
      <p:ext uri="{BB962C8B-B14F-4D97-AF65-F5344CB8AC3E}">
        <p14:creationId xmlns:p14="http://schemas.microsoft.com/office/powerpoint/2010/main" val="1526578369"/>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 id="2147483689" r:id="rId12"/>
    <p:sldLayoutId id="2147483690" r:id="rId13"/>
    <p:sldLayoutId id="2147483691" r:id="rId14"/>
    <p:sldLayoutId id="2147483692" r:id="rId15"/>
    <p:sldLayoutId id="2147483693" r:id="rId16"/>
  </p:sldLayoutIdLst>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7.xml"/><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7.xml"/><Relationship Id="rId5" Type="http://schemas.openxmlformats.org/officeDocument/2006/relationships/image" Target="../media/image10.png"/><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pic>
        <p:nvPicPr>
          <p:cNvPr id="3" name="Picture 2" descr="A screenshot of a video game&#10;&#10;AI-generated content may be incorrect.">
            <a:extLst>
              <a:ext uri="{FF2B5EF4-FFF2-40B4-BE49-F238E27FC236}">
                <a16:creationId xmlns:a16="http://schemas.microsoft.com/office/drawing/2014/main" id="{7C3E4C8C-EA85-75B3-8593-93A68426E317}"/>
              </a:ext>
            </a:extLst>
          </p:cNvPr>
          <p:cNvPicPr>
            <a:picLocks noChangeAspect="1"/>
          </p:cNvPicPr>
          <p:nvPr/>
        </p:nvPicPr>
        <p:blipFill>
          <a:blip r:embed="rId2"/>
          <a:srcRect l="7542" r="4458" b="-1"/>
          <a:stretch>
            <a:fillRect/>
          </a:stretch>
        </p:blipFill>
        <p:spPr>
          <a:xfrm>
            <a:off x="880353" y="0"/>
            <a:ext cx="7816175" cy="5201376"/>
          </a:xfrm>
          <a:prstGeom prst="rect">
            <a:avLst/>
          </a:prstGeom>
        </p:spPr>
      </p:pic>
      <p:pic>
        <p:nvPicPr>
          <p:cNvPr id="6" name="Picture 5">
            <a:extLst>
              <a:ext uri="{FF2B5EF4-FFF2-40B4-BE49-F238E27FC236}">
                <a16:creationId xmlns:a16="http://schemas.microsoft.com/office/drawing/2014/main" id="{B704BA08-DD47-5030-6F90-38A0E400F53A}"/>
              </a:ext>
            </a:extLst>
          </p:cNvPr>
          <p:cNvPicPr>
            <a:picLocks noChangeAspect="1"/>
          </p:cNvPicPr>
          <p:nvPr/>
        </p:nvPicPr>
        <p:blipFill>
          <a:blip r:embed="rId3"/>
          <a:stretch>
            <a:fillRect/>
          </a:stretch>
        </p:blipFill>
        <p:spPr>
          <a:xfrm>
            <a:off x="8295731" y="0"/>
            <a:ext cx="3896269" cy="5201376"/>
          </a:xfrm>
          <a:prstGeom prst="rect">
            <a:avLst/>
          </a:prstGeom>
        </p:spPr>
      </p:pic>
      <p:sp>
        <p:nvSpPr>
          <p:cNvPr id="4" name="TextBox 3">
            <a:extLst>
              <a:ext uri="{FF2B5EF4-FFF2-40B4-BE49-F238E27FC236}">
                <a16:creationId xmlns:a16="http://schemas.microsoft.com/office/drawing/2014/main" id="{BDC2D7EF-D4F4-916E-2250-4B9B59C8285F}"/>
              </a:ext>
            </a:extLst>
          </p:cNvPr>
          <p:cNvSpPr txBox="1"/>
          <p:nvPr/>
        </p:nvSpPr>
        <p:spPr>
          <a:xfrm>
            <a:off x="3048000" y="3246792"/>
            <a:ext cx="6096000" cy="369332"/>
          </a:xfrm>
          <a:prstGeom prst="rect">
            <a:avLst/>
          </a:prstGeom>
          <a:noFill/>
        </p:spPr>
        <p:txBody>
          <a:bodyPr wrap="square">
            <a:spAutoFit/>
          </a:bodyPr>
          <a:lstStyle/>
          <a:p>
            <a:r>
              <a:rPr lang="en-US" dirty="0"/>
              <a:t>Our Mission Robot</a:t>
            </a:r>
          </a:p>
        </p:txBody>
      </p:sp>
      <p:sp>
        <p:nvSpPr>
          <p:cNvPr id="7" name="TextBox 6">
            <a:extLst>
              <a:ext uri="{FF2B5EF4-FFF2-40B4-BE49-F238E27FC236}">
                <a16:creationId xmlns:a16="http://schemas.microsoft.com/office/drawing/2014/main" id="{BC12AB33-DA41-240B-6835-A67ED2204F73}"/>
              </a:ext>
            </a:extLst>
          </p:cNvPr>
          <p:cNvSpPr txBox="1"/>
          <p:nvPr/>
        </p:nvSpPr>
        <p:spPr>
          <a:xfrm>
            <a:off x="3048000" y="3246792"/>
            <a:ext cx="6096000" cy="369332"/>
          </a:xfrm>
          <a:prstGeom prst="rect">
            <a:avLst/>
          </a:prstGeom>
          <a:noFill/>
        </p:spPr>
        <p:txBody>
          <a:bodyPr wrap="square">
            <a:spAutoFit/>
          </a:bodyPr>
          <a:lstStyle/>
          <a:p>
            <a:r>
              <a:rPr lang="en-US" dirty="0"/>
              <a:t>Our Mission Robot</a:t>
            </a:r>
          </a:p>
        </p:txBody>
      </p:sp>
    </p:spTree>
    <p:extLst>
      <p:ext uri="{BB962C8B-B14F-4D97-AF65-F5344CB8AC3E}">
        <p14:creationId xmlns:p14="http://schemas.microsoft.com/office/powerpoint/2010/main" val="4158124494"/>
      </p:ext>
    </p:extLst>
  </p:cSld>
  <p:clrMapOvr>
    <a:masterClrMapping/>
  </p:clrMapOvr>
  <mc:AlternateContent xmlns:mc="http://schemas.openxmlformats.org/markup-compatibility/2006" xmlns:p14="http://schemas.microsoft.com/office/powerpoint/2010/main">
    <mc:Choice Requires="p14">
      <p:transition spd="slow" p14:dur="1500">
        <p:split orient="vert"/>
      </p:transition>
    </mc:Choice>
    <mc:Fallback xmlns="">
      <p:transition spd="slow">
        <p:split orient="vert"/>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3C290EEB-E47F-2C8F-B48D-47A89B95CF5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0053327A-01AB-EF2D-C428-F612BEA5071E}"/>
              </a:ext>
            </a:extLst>
          </p:cNvPr>
          <p:cNvSpPr txBox="1"/>
          <p:nvPr/>
        </p:nvSpPr>
        <p:spPr>
          <a:xfrm>
            <a:off x="1069848" y="493776"/>
            <a:ext cx="10543032" cy="523220"/>
          </a:xfrm>
          <a:prstGeom prst="rect">
            <a:avLst/>
          </a:prstGeom>
          <a:noFill/>
        </p:spPr>
        <p:txBody>
          <a:bodyPr wrap="square" rtlCol="0">
            <a:spAutoFit/>
          </a:bodyPr>
          <a:lstStyle/>
          <a:p>
            <a:pPr algn="ctr"/>
            <a:r>
              <a:rPr lang="en-US" sz="2800" b="1" dirty="0">
                <a:solidFill>
                  <a:srgbClr val="7030A0"/>
                </a:solidFill>
                <a:latin typeface="Times New Roman" panose="02020603050405020304" pitchFamily="18" charset="0"/>
                <a:cs typeface="Times New Roman" panose="02020603050405020304" pitchFamily="18" charset="0"/>
              </a:rPr>
              <a:t>Our Mission Robot</a:t>
            </a:r>
          </a:p>
        </p:txBody>
      </p:sp>
      <p:sp>
        <p:nvSpPr>
          <p:cNvPr id="3" name="TextBox 2">
            <a:extLst>
              <a:ext uri="{FF2B5EF4-FFF2-40B4-BE49-F238E27FC236}">
                <a16:creationId xmlns:a16="http://schemas.microsoft.com/office/drawing/2014/main" id="{1BC6CAD5-732D-E81E-6B55-995029050972}"/>
              </a:ext>
            </a:extLst>
          </p:cNvPr>
          <p:cNvSpPr txBox="1"/>
          <p:nvPr/>
        </p:nvSpPr>
        <p:spPr>
          <a:xfrm>
            <a:off x="539496" y="1307592"/>
            <a:ext cx="11073384" cy="5078313"/>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Robot pic with arrows to key parts: chassis, left arm, right arm, and front roller/wheels.</a:t>
            </a: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One kid explains in 2–3 sentences: what problem it solves (which missions), </a:t>
            </a: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why it is tall (to reach high elements), and </a:t>
            </a: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why it is narrow (to fit between models).</a:t>
            </a:r>
          </a:p>
          <a:p>
            <a:endParaRPr lang="en-US" dirty="0"/>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35221709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42598A81-F42F-8539-CD17-7E30BA87108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A2095B8-6B24-EBDC-7A9D-235658F00D2A}"/>
              </a:ext>
            </a:extLst>
          </p:cNvPr>
          <p:cNvSpPr txBox="1"/>
          <p:nvPr/>
        </p:nvSpPr>
        <p:spPr>
          <a:xfrm>
            <a:off x="1069848" y="236601"/>
            <a:ext cx="10543032" cy="523220"/>
          </a:xfrm>
          <a:prstGeom prst="rect">
            <a:avLst/>
          </a:prstGeom>
          <a:noFill/>
        </p:spPr>
        <p:txBody>
          <a:bodyPr wrap="square" rtlCol="0">
            <a:spAutoFit/>
          </a:bodyPr>
          <a:lstStyle/>
          <a:p>
            <a:pPr algn="ctr"/>
            <a:r>
              <a:rPr lang="en-US" sz="2800" b="1" dirty="0">
                <a:solidFill>
                  <a:srgbClr val="7030A0"/>
                </a:solidFill>
                <a:latin typeface="Times New Roman" panose="02020603050405020304" pitchFamily="18" charset="0"/>
                <a:cs typeface="Times New Roman" panose="02020603050405020304" pitchFamily="18" charset="0"/>
              </a:rPr>
              <a:t>Twin Arms, Different Jobs</a:t>
            </a:r>
          </a:p>
        </p:txBody>
      </p:sp>
      <p:sp>
        <p:nvSpPr>
          <p:cNvPr id="3" name="TextBox 2">
            <a:extLst>
              <a:ext uri="{FF2B5EF4-FFF2-40B4-BE49-F238E27FC236}">
                <a16:creationId xmlns:a16="http://schemas.microsoft.com/office/drawing/2014/main" id="{9AA5DF34-5AFA-E6D7-9D28-44443088D977}"/>
              </a:ext>
            </a:extLst>
          </p:cNvPr>
          <p:cNvSpPr txBox="1"/>
          <p:nvPr/>
        </p:nvSpPr>
        <p:spPr>
          <a:xfrm>
            <a:off x="314326" y="859918"/>
            <a:ext cx="11525249" cy="5355312"/>
          </a:xfrm>
          <a:prstGeom prst="rect">
            <a:avLst/>
          </a:prstGeom>
          <a:noFill/>
        </p:spPr>
        <p:txBody>
          <a:bodyPr wrap="square" rtlCol="0">
            <a:spAutoFit/>
          </a:bodyPr>
          <a:lstStyle/>
          <a:p>
            <a:pPr marL="342900" indent="-342900">
              <a:buAutoNum type="arabicPeriod"/>
            </a:pPr>
            <a:r>
              <a:rPr lang="en-US" dirty="0">
                <a:latin typeface="Times New Roman" panose="02020603050405020304" pitchFamily="18" charset="0"/>
                <a:cs typeface="Times New Roman" panose="02020603050405020304" pitchFamily="18" charset="0"/>
              </a:rPr>
              <a:t>Left arm is being used to solve missions from right home, as the design suits to the missions to be solved.</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Right arm has two different attachments for two different mission solutions and left arm uses same attachment to solve multiple missions. It was decided based purely on nature of the missions.</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These two arms are of basic design which is easy to repair and contains parts that are easy to replace/rebuild.</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One arm is used to grab the model with two prong attachment and also to lift the statue after replacing with a wing attachment.</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Second arm is used to lift, drop and pull which needed to have a fork type of attachment.</a:t>
            </a:r>
          </a:p>
          <a:p>
            <a:pPr marL="342900" indent="-342900">
              <a:buAutoNum type="arabicPeriod"/>
            </a:pPr>
            <a:endParaRPr lang="en-US" dirty="0">
              <a:latin typeface="Times New Roman" panose="02020603050405020304" pitchFamily="18" charset="0"/>
              <a:cs typeface="Times New Roman" panose="02020603050405020304" pitchFamily="18" charset="0"/>
            </a:endParaRPr>
          </a:p>
          <a:p>
            <a:pPr marL="342900" indent="-342900">
              <a:buAutoNum type="arabicPeriod"/>
            </a:pPr>
            <a:r>
              <a:rPr lang="en-US" dirty="0">
                <a:latin typeface="Times New Roman" panose="02020603050405020304" pitchFamily="18" charset="0"/>
                <a:cs typeface="Times New Roman" panose="02020603050405020304" pitchFamily="18" charset="0"/>
              </a:rPr>
              <a:t>The reason for its tall arms to reach far away models which saves time, since they are kind of fixed, we make sure the height is within allowed 12 inches.</a:t>
            </a:r>
          </a:p>
          <a:p>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7.  Box body is to have more stability while making turns, lifting  and to easily move between missions.</a:t>
            </a:r>
          </a:p>
          <a:p>
            <a:endParaRPr lang="en-US" dirty="0"/>
          </a:p>
          <a:p>
            <a:endParaRPr lang="en-US" dirty="0"/>
          </a:p>
          <a:p>
            <a:endParaRPr lang="en-US" dirty="0"/>
          </a:p>
        </p:txBody>
      </p:sp>
    </p:spTree>
    <p:extLst>
      <p:ext uri="{BB962C8B-B14F-4D97-AF65-F5344CB8AC3E}">
        <p14:creationId xmlns:p14="http://schemas.microsoft.com/office/powerpoint/2010/main" val="3754064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5C0EF3AE-413A-0B48-991A-4F8FD726D8B4}"/>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DF2BF194-6854-AD7F-DC61-1E695A4C8C7B}"/>
              </a:ext>
            </a:extLst>
          </p:cNvPr>
          <p:cNvPicPr>
            <a:picLocks noChangeAspect="1"/>
          </p:cNvPicPr>
          <p:nvPr/>
        </p:nvPicPr>
        <p:blipFill>
          <a:blip r:embed="rId2"/>
          <a:stretch>
            <a:fillRect/>
          </a:stretch>
        </p:blipFill>
        <p:spPr>
          <a:xfrm>
            <a:off x="7577848" y="-2755"/>
            <a:ext cx="4589430" cy="6856008"/>
          </a:xfrm>
          <a:prstGeom prst="rect">
            <a:avLst/>
          </a:prstGeom>
        </p:spPr>
      </p:pic>
      <p:pic>
        <p:nvPicPr>
          <p:cNvPr id="3" name="Picture 2">
            <a:extLst>
              <a:ext uri="{FF2B5EF4-FFF2-40B4-BE49-F238E27FC236}">
                <a16:creationId xmlns:a16="http://schemas.microsoft.com/office/drawing/2014/main" id="{D73AAB37-8055-7C44-586F-8F6ED9682CD7}"/>
              </a:ext>
            </a:extLst>
          </p:cNvPr>
          <p:cNvPicPr>
            <a:picLocks noChangeAspect="1"/>
          </p:cNvPicPr>
          <p:nvPr/>
        </p:nvPicPr>
        <p:blipFill>
          <a:blip r:embed="rId3"/>
          <a:srcRect l="14672" r="14730" b="2"/>
          <a:stretch>
            <a:fillRect/>
          </a:stretch>
        </p:blipFill>
        <p:spPr>
          <a:xfrm>
            <a:off x="612797" y="3873418"/>
            <a:ext cx="2709729" cy="2752231"/>
          </a:xfrm>
          <a:prstGeom prst="rect">
            <a:avLst/>
          </a:prstGeom>
        </p:spPr>
      </p:pic>
      <p:pic>
        <p:nvPicPr>
          <p:cNvPr id="5" name="Picture 4">
            <a:extLst>
              <a:ext uri="{FF2B5EF4-FFF2-40B4-BE49-F238E27FC236}">
                <a16:creationId xmlns:a16="http://schemas.microsoft.com/office/drawing/2014/main" id="{156BB0FA-54ED-36CA-E882-645847045A27}"/>
              </a:ext>
            </a:extLst>
          </p:cNvPr>
          <p:cNvPicPr>
            <a:picLocks noChangeAspect="1"/>
          </p:cNvPicPr>
          <p:nvPr/>
        </p:nvPicPr>
        <p:blipFill>
          <a:blip r:embed="rId4"/>
          <a:stretch>
            <a:fillRect/>
          </a:stretch>
        </p:blipFill>
        <p:spPr>
          <a:xfrm>
            <a:off x="3440409" y="3979914"/>
            <a:ext cx="1639282" cy="2539238"/>
          </a:xfrm>
          <a:prstGeom prst="rect">
            <a:avLst/>
          </a:prstGeom>
        </p:spPr>
      </p:pic>
      <p:pic>
        <p:nvPicPr>
          <p:cNvPr id="7" name="Picture 6">
            <a:extLst>
              <a:ext uri="{FF2B5EF4-FFF2-40B4-BE49-F238E27FC236}">
                <a16:creationId xmlns:a16="http://schemas.microsoft.com/office/drawing/2014/main" id="{EB074582-F5BE-BCD3-AE03-A95CBB4107C3}"/>
              </a:ext>
            </a:extLst>
          </p:cNvPr>
          <p:cNvPicPr>
            <a:picLocks noChangeAspect="1"/>
          </p:cNvPicPr>
          <p:nvPr/>
        </p:nvPicPr>
        <p:blipFill>
          <a:blip r:embed="rId5"/>
          <a:srcRect t="4719" r="-5" b="4977"/>
          <a:stretch>
            <a:fillRect/>
          </a:stretch>
        </p:blipFill>
        <p:spPr>
          <a:xfrm>
            <a:off x="5585075" y="3873418"/>
            <a:ext cx="2149946" cy="2174616"/>
          </a:xfrm>
          <a:prstGeom prst="rect">
            <a:avLst/>
          </a:prstGeom>
        </p:spPr>
      </p:pic>
      <p:sp>
        <p:nvSpPr>
          <p:cNvPr id="8" name="TextBox 7">
            <a:extLst>
              <a:ext uri="{FF2B5EF4-FFF2-40B4-BE49-F238E27FC236}">
                <a16:creationId xmlns:a16="http://schemas.microsoft.com/office/drawing/2014/main" id="{7C3C4F26-28B2-092B-F12C-E1A1E089D91C}"/>
              </a:ext>
            </a:extLst>
          </p:cNvPr>
          <p:cNvSpPr txBox="1"/>
          <p:nvPr/>
        </p:nvSpPr>
        <p:spPr>
          <a:xfrm>
            <a:off x="1768341" y="88715"/>
            <a:ext cx="5691624" cy="451159"/>
          </a:xfrm>
          <a:prstGeom prst="rect">
            <a:avLst/>
          </a:prstGeom>
        </p:spPr>
        <p:txBody>
          <a:bodyPr vert="horz" lIns="91440" tIns="45720" rIns="91440" bIns="45720" rtlCol="0" anchor="b">
            <a:normAutofit fontScale="92500" lnSpcReduction="10000"/>
          </a:bodyPr>
          <a:lstStyle/>
          <a:p>
            <a:pPr>
              <a:spcBef>
                <a:spcPct val="0"/>
              </a:spcBef>
              <a:spcAft>
                <a:spcPts val="600"/>
              </a:spcAft>
            </a:pPr>
            <a:r>
              <a:rPr lang="en-US" sz="2800" b="1" dirty="0">
                <a:solidFill>
                  <a:srgbClr val="7030A0"/>
                </a:solidFill>
                <a:latin typeface="Times New Roman" panose="02020603050405020304" pitchFamily="18" charset="0"/>
                <a:cs typeface="Times New Roman" panose="02020603050405020304" pitchFamily="18" charset="0"/>
              </a:rPr>
              <a:t>Forge, Heavy lifting &amp; who lived here?</a:t>
            </a:r>
          </a:p>
        </p:txBody>
      </p:sp>
      <p:sp>
        <p:nvSpPr>
          <p:cNvPr id="4" name="TextBox 3">
            <a:extLst>
              <a:ext uri="{FF2B5EF4-FFF2-40B4-BE49-F238E27FC236}">
                <a16:creationId xmlns:a16="http://schemas.microsoft.com/office/drawing/2014/main" id="{20031283-6E1F-5A66-77D5-D13BC3F80895}"/>
              </a:ext>
            </a:extLst>
          </p:cNvPr>
          <p:cNvSpPr txBox="1"/>
          <p:nvPr/>
        </p:nvSpPr>
        <p:spPr>
          <a:xfrm>
            <a:off x="323850" y="723900"/>
            <a:ext cx="7411171" cy="923330"/>
          </a:xfrm>
          <a:prstGeom prst="rect">
            <a:avLst/>
          </a:prstGeom>
          <a:noFill/>
        </p:spPr>
        <p:txBody>
          <a:bodyPr wrap="square" rtlCol="0">
            <a:spAutoFit/>
          </a:bodyPr>
          <a:lstStyle/>
          <a:p>
            <a:r>
              <a:rPr lang="en-US" dirty="0">
                <a:latin typeface="Times New Roman" panose="02020603050405020304" pitchFamily="18" charset="0"/>
                <a:cs typeface="Times New Roman" panose="02020603050405020304" pitchFamily="18" charset="0"/>
              </a:rPr>
              <a:t>Solved all 3 mission in one run to score 90 points, used a passive attachment to roll down the forge rocks and to find out who lived here. Left arm is being used to lift the ring.</a:t>
            </a:r>
          </a:p>
        </p:txBody>
      </p:sp>
    </p:spTree>
    <p:extLst>
      <p:ext uri="{BB962C8B-B14F-4D97-AF65-F5344CB8AC3E}">
        <p14:creationId xmlns:p14="http://schemas.microsoft.com/office/powerpoint/2010/main" val="9511308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20EBBCE-61CE-7340-C875-9255BE1A86AF}"/>
              </a:ext>
            </a:extLst>
          </p:cNvPr>
          <p:cNvPicPr>
            <a:picLocks noChangeAspect="1"/>
          </p:cNvPicPr>
          <p:nvPr/>
        </p:nvPicPr>
        <p:blipFill>
          <a:blip r:embed="rId2"/>
          <a:stretch>
            <a:fillRect/>
          </a:stretch>
        </p:blipFill>
        <p:spPr>
          <a:xfrm>
            <a:off x="4874489" y="3000374"/>
            <a:ext cx="3488806" cy="3369441"/>
          </a:xfrm>
          <a:prstGeom prst="rect">
            <a:avLst/>
          </a:prstGeom>
        </p:spPr>
      </p:pic>
      <p:pic>
        <p:nvPicPr>
          <p:cNvPr id="4" name="Picture 3">
            <a:extLst>
              <a:ext uri="{FF2B5EF4-FFF2-40B4-BE49-F238E27FC236}">
                <a16:creationId xmlns:a16="http://schemas.microsoft.com/office/drawing/2014/main" id="{1B4D0921-6D89-E8DC-AD0B-0BFD72CE1960}"/>
              </a:ext>
            </a:extLst>
          </p:cNvPr>
          <p:cNvPicPr>
            <a:picLocks noChangeAspect="1"/>
          </p:cNvPicPr>
          <p:nvPr/>
        </p:nvPicPr>
        <p:blipFill>
          <a:blip r:embed="rId3"/>
          <a:stretch>
            <a:fillRect/>
          </a:stretch>
        </p:blipFill>
        <p:spPr>
          <a:xfrm>
            <a:off x="584590" y="3297677"/>
            <a:ext cx="3488807" cy="3000374"/>
          </a:xfrm>
          <a:prstGeom prst="rect">
            <a:avLst/>
          </a:prstGeom>
        </p:spPr>
      </p:pic>
      <p:pic>
        <p:nvPicPr>
          <p:cNvPr id="9" name="Picture 8">
            <a:extLst>
              <a:ext uri="{FF2B5EF4-FFF2-40B4-BE49-F238E27FC236}">
                <a16:creationId xmlns:a16="http://schemas.microsoft.com/office/drawing/2014/main" id="{3FC8F2F8-6699-842B-4961-1164CFBF5E84}"/>
              </a:ext>
            </a:extLst>
          </p:cNvPr>
          <p:cNvPicPr>
            <a:picLocks noChangeAspect="1"/>
          </p:cNvPicPr>
          <p:nvPr/>
        </p:nvPicPr>
        <p:blipFill>
          <a:blip r:embed="rId4"/>
          <a:stretch>
            <a:fillRect/>
          </a:stretch>
        </p:blipFill>
        <p:spPr>
          <a:xfrm>
            <a:off x="8610599" y="0"/>
            <a:ext cx="3648075" cy="6858000"/>
          </a:xfrm>
          <a:prstGeom prst="rect">
            <a:avLst/>
          </a:prstGeom>
        </p:spPr>
      </p:pic>
      <p:sp>
        <p:nvSpPr>
          <p:cNvPr id="12" name="TextBox 11">
            <a:extLst>
              <a:ext uri="{FF2B5EF4-FFF2-40B4-BE49-F238E27FC236}">
                <a16:creationId xmlns:a16="http://schemas.microsoft.com/office/drawing/2014/main" id="{E230F86C-F787-2F30-A28B-635E79C5EB45}"/>
              </a:ext>
            </a:extLst>
          </p:cNvPr>
          <p:cNvSpPr txBox="1"/>
          <p:nvPr/>
        </p:nvSpPr>
        <p:spPr>
          <a:xfrm>
            <a:off x="2067254" y="64649"/>
            <a:ext cx="5202226" cy="581211"/>
          </a:xfrm>
          <a:prstGeom prst="rect">
            <a:avLst/>
          </a:prstGeom>
        </p:spPr>
        <p:txBody>
          <a:bodyPr vert="horz" lIns="91440" tIns="45720" rIns="91440" bIns="45720" rtlCol="0" anchor="b">
            <a:normAutofit/>
          </a:bodyPr>
          <a:lstStyle/>
          <a:p>
            <a:pPr>
              <a:spcBef>
                <a:spcPct val="0"/>
              </a:spcBef>
              <a:spcAft>
                <a:spcPts val="600"/>
              </a:spcAft>
            </a:pPr>
            <a:r>
              <a:rPr lang="en-US" sz="2800" b="1" dirty="0">
                <a:solidFill>
                  <a:srgbClr val="7030A0"/>
                </a:solidFill>
                <a:latin typeface="Times New Roman" panose="02020603050405020304" pitchFamily="18" charset="0"/>
                <a:cs typeface="Times New Roman" panose="02020603050405020304" pitchFamily="18" charset="0"/>
              </a:rPr>
              <a:t>Tip the Scale &amp; what’s on Sale?</a:t>
            </a:r>
          </a:p>
        </p:txBody>
      </p:sp>
      <p:pic>
        <p:nvPicPr>
          <p:cNvPr id="21" name="Picture 20">
            <a:extLst>
              <a:ext uri="{FF2B5EF4-FFF2-40B4-BE49-F238E27FC236}">
                <a16:creationId xmlns:a16="http://schemas.microsoft.com/office/drawing/2014/main" id="{06B1E1D9-9206-A6EA-40B3-50F9FDB823C6}"/>
              </a:ext>
            </a:extLst>
          </p:cNvPr>
          <p:cNvPicPr>
            <a:picLocks noChangeAspect="1"/>
          </p:cNvPicPr>
          <p:nvPr/>
        </p:nvPicPr>
        <p:blipFill>
          <a:blip r:embed="rId5"/>
          <a:stretch>
            <a:fillRect/>
          </a:stretch>
        </p:blipFill>
        <p:spPr>
          <a:xfrm>
            <a:off x="3934884" y="2489771"/>
            <a:ext cx="771633" cy="1371791"/>
          </a:xfrm>
          <a:prstGeom prst="rect">
            <a:avLst/>
          </a:prstGeom>
        </p:spPr>
      </p:pic>
    </p:spTree>
    <p:extLst>
      <p:ext uri="{BB962C8B-B14F-4D97-AF65-F5344CB8AC3E}">
        <p14:creationId xmlns:p14="http://schemas.microsoft.com/office/powerpoint/2010/main" val="8824623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6E4A6771-077C-4C4E-B176-16FF74AD330F}"/>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47BA809E-AA29-6AEC-816B-3443FC7F82A0}"/>
              </a:ext>
            </a:extLst>
          </p:cNvPr>
          <p:cNvPicPr>
            <a:picLocks noChangeAspect="1"/>
          </p:cNvPicPr>
          <p:nvPr/>
        </p:nvPicPr>
        <p:blipFill>
          <a:blip r:embed="rId2"/>
          <a:stretch>
            <a:fillRect/>
          </a:stretch>
        </p:blipFill>
        <p:spPr>
          <a:xfrm>
            <a:off x="2551067" y="2848276"/>
            <a:ext cx="2574662" cy="3228416"/>
          </a:xfrm>
          <a:prstGeom prst="rect">
            <a:avLst/>
          </a:prstGeom>
        </p:spPr>
      </p:pic>
      <p:sp>
        <p:nvSpPr>
          <p:cNvPr id="3" name="TextBox 2">
            <a:extLst>
              <a:ext uri="{FF2B5EF4-FFF2-40B4-BE49-F238E27FC236}">
                <a16:creationId xmlns:a16="http://schemas.microsoft.com/office/drawing/2014/main" id="{135B73F3-DFF3-F307-53DF-12029EC9E721}"/>
              </a:ext>
            </a:extLst>
          </p:cNvPr>
          <p:cNvSpPr txBox="1"/>
          <p:nvPr/>
        </p:nvSpPr>
        <p:spPr>
          <a:xfrm>
            <a:off x="1687449" y="166982"/>
            <a:ext cx="5064498" cy="591975"/>
          </a:xfrm>
          <a:prstGeom prst="rect">
            <a:avLst/>
          </a:prstGeom>
        </p:spPr>
        <p:txBody>
          <a:bodyPr vert="horz" lIns="91440" tIns="45720" rIns="91440" bIns="45720" rtlCol="0" anchor="b">
            <a:normAutofit/>
          </a:bodyPr>
          <a:lstStyle>
            <a:defPPr>
              <a:defRPr lang="en-US"/>
            </a:defPPr>
            <a:lvl1pPr>
              <a:spcBef>
                <a:spcPct val="0"/>
              </a:spcBef>
              <a:spcAft>
                <a:spcPts val="600"/>
              </a:spcAft>
              <a:defRPr sz="2800" b="1">
                <a:solidFill>
                  <a:srgbClr val="7030A0"/>
                </a:solidFill>
                <a:latin typeface="Times New Roman" panose="02020603050405020304" pitchFamily="18" charset="0"/>
                <a:cs typeface="Times New Roman" panose="02020603050405020304" pitchFamily="18" charset="0"/>
              </a:defRPr>
            </a:lvl1pPr>
          </a:lstStyle>
          <a:p>
            <a:pPr algn="ctr"/>
            <a:r>
              <a:rPr lang="en-US" dirty="0"/>
              <a:t>SALVAGE OPERATION</a:t>
            </a:r>
          </a:p>
        </p:txBody>
      </p:sp>
      <p:sp>
        <p:nvSpPr>
          <p:cNvPr id="9" name="TextBox 8">
            <a:extLst>
              <a:ext uri="{FF2B5EF4-FFF2-40B4-BE49-F238E27FC236}">
                <a16:creationId xmlns:a16="http://schemas.microsoft.com/office/drawing/2014/main" id="{DDE66BF6-CA0C-2A62-6F09-EAED001CF0DA}"/>
              </a:ext>
            </a:extLst>
          </p:cNvPr>
          <p:cNvSpPr txBox="1"/>
          <p:nvPr/>
        </p:nvSpPr>
        <p:spPr>
          <a:xfrm>
            <a:off x="247135" y="874875"/>
            <a:ext cx="6504812" cy="1754326"/>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US" sz="1800" i="0" u="none" strike="noStrike" kern="1200" cap="none" spc="0" normalizeH="0" baseline="0" noProof="0" dirty="0">
                <a:ln>
                  <a:noFill/>
                </a:ln>
                <a:solidFill>
                  <a:srgbClr val="000000"/>
                </a:solidFill>
                <a:effectLst/>
                <a:uLnTx/>
                <a:uFillTx/>
                <a:latin typeface="Times New Roman" panose="02020603050405020304" pitchFamily="18" charset="0"/>
                <a:ea typeface="Tahoma" panose="020B0604030504040204" pitchFamily="34" charset="0"/>
                <a:cs typeface="Times New Roman" panose="02020603050405020304" pitchFamily="18" charset="0"/>
              </a:rPr>
              <a:t>While doing the mission salvage operation, </a:t>
            </a:r>
            <a:r>
              <a:rPr lang="en-US" dirty="0">
                <a:solidFill>
                  <a:srgbClr val="000000"/>
                </a:solidFill>
                <a:latin typeface="Times New Roman" panose="02020603050405020304" pitchFamily="18" charset="0"/>
                <a:ea typeface="Tahoma" panose="020B0604030504040204" pitchFamily="34" charset="0"/>
                <a:cs typeface="Times New Roman" panose="02020603050405020304" pitchFamily="18" charset="0"/>
              </a:rPr>
              <a:t>came across multiple hurdles like missing target while dropping the flag, ship is not raising fully etc. Could solve them by using a passive</a:t>
            </a:r>
            <a:r>
              <a:rPr kumimoji="0" lang="en-US" sz="1800" i="0" u="none" strike="noStrike" kern="1200" cap="none" spc="0" normalizeH="0" baseline="0" noProof="0" dirty="0">
                <a:ln>
                  <a:noFill/>
                </a:ln>
                <a:solidFill>
                  <a:srgbClr val="000000"/>
                </a:solidFill>
                <a:effectLst/>
                <a:uLnTx/>
                <a:uFillTx/>
                <a:latin typeface="Times New Roman" panose="02020603050405020304" pitchFamily="18" charset="0"/>
                <a:ea typeface="Tahoma" panose="020B0604030504040204" pitchFamily="34" charset="0"/>
                <a:cs typeface="Times New Roman" panose="02020603050405020304" pitchFamily="18" charset="0"/>
              </a:rPr>
              <a:t> attachment </a:t>
            </a:r>
            <a:r>
              <a:rPr lang="en-US" dirty="0">
                <a:solidFill>
                  <a:srgbClr val="000000"/>
                </a:solidFill>
                <a:latin typeface="Times New Roman" panose="02020603050405020304" pitchFamily="18" charset="0"/>
                <a:ea typeface="Tahoma" panose="020B0604030504040204" pitchFamily="34" charset="0"/>
                <a:cs typeface="Times New Roman" panose="02020603050405020304" pitchFamily="18" charset="0"/>
              </a:rPr>
              <a:t>to</a:t>
            </a:r>
            <a:r>
              <a:rPr kumimoji="0" lang="en-US" sz="1800" i="0" u="none" strike="noStrike" kern="1200" cap="none" spc="0" normalizeH="0" baseline="0" noProof="0" dirty="0">
                <a:ln>
                  <a:noFill/>
                </a:ln>
                <a:solidFill>
                  <a:srgbClr val="000000"/>
                </a:solidFill>
                <a:effectLst/>
                <a:uLnTx/>
                <a:uFillTx/>
                <a:latin typeface="Times New Roman" panose="02020603050405020304" pitchFamily="18" charset="0"/>
                <a:ea typeface="Tahoma" panose="020B0604030504040204" pitchFamily="34" charset="0"/>
                <a:cs typeface="Times New Roman" panose="02020603050405020304" pitchFamily="18" charset="0"/>
              </a:rPr>
              <a:t> push the ship, right arm to slide down the sand and left arm to drop the flag in a sequential manner.</a:t>
            </a:r>
            <a:endParaRPr kumimoji="0" lang="en-US" sz="1800" i="0" u="none" strike="noStrike" kern="1200" cap="none" spc="0" normalizeH="0" baseline="0" noProof="0" dirty="0">
              <a:ln>
                <a:noFill/>
              </a:ln>
              <a:solidFill>
                <a:srgbClr val="7F7F7F"/>
              </a:solidFill>
              <a:effectLst/>
              <a:uLnTx/>
              <a:uFillTx/>
              <a:latin typeface="Times New Roman" panose="02020603050405020304" pitchFamily="18" charset="0"/>
              <a:ea typeface="Tahoma" panose="020B0604030504040204" pitchFamily="34" charset="0"/>
              <a:cs typeface="Times New Roman" panose="02020603050405020304" pitchFamily="18"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entury Gothic" panose="020B0502020202020204"/>
              <a:ea typeface="+mn-ea"/>
              <a:cs typeface="+mn-cs"/>
            </a:endParaRPr>
          </a:p>
        </p:txBody>
      </p:sp>
      <p:pic>
        <p:nvPicPr>
          <p:cNvPr id="18" name="Picture 17">
            <a:extLst>
              <a:ext uri="{FF2B5EF4-FFF2-40B4-BE49-F238E27FC236}">
                <a16:creationId xmlns:a16="http://schemas.microsoft.com/office/drawing/2014/main" id="{5F52A577-B75F-986E-498A-69E0366DF798}"/>
              </a:ext>
            </a:extLst>
          </p:cNvPr>
          <p:cNvPicPr>
            <a:picLocks noChangeAspect="1"/>
          </p:cNvPicPr>
          <p:nvPr/>
        </p:nvPicPr>
        <p:blipFill>
          <a:blip r:embed="rId3"/>
          <a:stretch>
            <a:fillRect/>
          </a:stretch>
        </p:blipFill>
        <p:spPr>
          <a:xfrm>
            <a:off x="6705600" y="9525"/>
            <a:ext cx="5486400" cy="6858000"/>
          </a:xfrm>
          <a:prstGeom prst="rect">
            <a:avLst/>
          </a:prstGeom>
        </p:spPr>
      </p:pic>
      <p:pic>
        <p:nvPicPr>
          <p:cNvPr id="21" name="Picture 20">
            <a:extLst>
              <a:ext uri="{FF2B5EF4-FFF2-40B4-BE49-F238E27FC236}">
                <a16:creationId xmlns:a16="http://schemas.microsoft.com/office/drawing/2014/main" id="{19B767AC-1F09-68FA-5B44-51DDCAB3CFDB}"/>
              </a:ext>
            </a:extLst>
          </p:cNvPr>
          <p:cNvPicPr>
            <a:picLocks noChangeAspect="1"/>
          </p:cNvPicPr>
          <p:nvPr/>
        </p:nvPicPr>
        <p:blipFill>
          <a:blip r:embed="rId4"/>
          <a:stretch>
            <a:fillRect/>
          </a:stretch>
        </p:blipFill>
        <p:spPr>
          <a:xfrm>
            <a:off x="3700408" y="3533679"/>
            <a:ext cx="771633" cy="1371791"/>
          </a:xfrm>
          <a:prstGeom prst="rect">
            <a:avLst/>
          </a:prstGeom>
        </p:spPr>
      </p:pic>
    </p:spTree>
    <p:extLst>
      <p:ext uri="{BB962C8B-B14F-4D97-AF65-F5344CB8AC3E}">
        <p14:creationId xmlns:p14="http://schemas.microsoft.com/office/powerpoint/2010/main" val="383259235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9E9F7EFB-4BDE-0904-27B9-9FF1061D998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105E814-7601-D118-4BFC-28B6D2163FA9}"/>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Surface Brushing</a:t>
            </a:r>
          </a:p>
        </p:txBody>
      </p:sp>
      <p:pic>
        <p:nvPicPr>
          <p:cNvPr id="9" name="Picture 8">
            <a:extLst>
              <a:ext uri="{FF2B5EF4-FFF2-40B4-BE49-F238E27FC236}">
                <a16:creationId xmlns:a16="http://schemas.microsoft.com/office/drawing/2014/main" id="{3A214F0C-7420-6C4B-D817-4FF0AE91DF24}"/>
              </a:ext>
            </a:extLst>
          </p:cNvPr>
          <p:cNvPicPr>
            <a:picLocks noChangeAspect="1"/>
          </p:cNvPicPr>
          <p:nvPr/>
        </p:nvPicPr>
        <p:blipFill>
          <a:blip r:embed="rId2"/>
          <a:stretch>
            <a:fillRect/>
          </a:stretch>
        </p:blipFill>
        <p:spPr>
          <a:xfrm>
            <a:off x="5751720" y="2538984"/>
            <a:ext cx="2574662" cy="1782953"/>
          </a:xfrm>
          <a:prstGeom prst="rect">
            <a:avLst/>
          </a:prstGeom>
        </p:spPr>
      </p:pic>
      <p:pic>
        <p:nvPicPr>
          <p:cNvPr id="5" name="Picture 4">
            <a:extLst>
              <a:ext uri="{FF2B5EF4-FFF2-40B4-BE49-F238E27FC236}">
                <a16:creationId xmlns:a16="http://schemas.microsoft.com/office/drawing/2014/main" id="{A42B3F6A-C770-36CF-37F0-804EBB915E48}"/>
              </a:ext>
            </a:extLst>
          </p:cNvPr>
          <p:cNvPicPr>
            <a:picLocks noChangeAspect="1"/>
          </p:cNvPicPr>
          <p:nvPr/>
        </p:nvPicPr>
        <p:blipFill>
          <a:blip r:embed="rId3"/>
          <a:stretch>
            <a:fillRect/>
          </a:stretch>
        </p:blipFill>
        <p:spPr>
          <a:xfrm>
            <a:off x="8490108" y="2140313"/>
            <a:ext cx="2574662" cy="2581115"/>
          </a:xfrm>
          <a:prstGeom prst="rect">
            <a:avLst/>
          </a:prstGeom>
        </p:spPr>
      </p:pic>
    </p:spTree>
    <p:extLst>
      <p:ext uri="{BB962C8B-B14F-4D97-AF65-F5344CB8AC3E}">
        <p14:creationId xmlns:p14="http://schemas.microsoft.com/office/powerpoint/2010/main" val="31469386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6E4A6771-077C-4C4E-B176-16FF74AD330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89B2E0B-95B2-BE02-252B-7866B6E91ADA}"/>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Salvage Operation</a:t>
            </a:r>
          </a:p>
        </p:txBody>
      </p:sp>
      <p:pic>
        <p:nvPicPr>
          <p:cNvPr id="6" name="Picture 5">
            <a:extLst>
              <a:ext uri="{FF2B5EF4-FFF2-40B4-BE49-F238E27FC236}">
                <a16:creationId xmlns:a16="http://schemas.microsoft.com/office/drawing/2014/main" id="{9D76BCAB-223B-443A-057C-A6E0E0E5E5CF}"/>
              </a:ext>
            </a:extLst>
          </p:cNvPr>
          <p:cNvPicPr>
            <a:picLocks noChangeAspect="1"/>
          </p:cNvPicPr>
          <p:nvPr/>
        </p:nvPicPr>
        <p:blipFill>
          <a:blip r:embed="rId2"/>
          <a:stretch>
            <a:fillRect/>
          </a:stretch>
        </p:blipFill>
        <p:spPr>
          <a:xfrm>
            <a:off x="5751719" y="1685925"/>
            <a:ext cx="2694435" cy="3000375"/>
          </a:xfrm>
          <a:prstGeom prst="rect">
            <a:avLst/>
          </a:prstGeom>
        </p:spPr>
      </p:pic>
      <p:pic>
        <p:nvPicPr>
          <p:cNvPr id="7" name="Picture 6">
            <a:extLst>
              <a:ext uri="{FF2B5EF4-FFF2-40B4-BE49-F238E27FC236}">
                <a16:creationId xmlns:a16="http://schemas.microsoft.com/office/drawing/2014/main" id="{47BA809E-AA29-6AEC-816B-3443FC7F82A0}"/>
              </a:ext>
            </a:extLst>
          </p:cNvPr>
          <p:cNvPicPr>
            <a:picLocks noChangeAspect="1"/>
          </p:cNvPicPr>
          <p:nvPr/>
        </p:nvPicPr>
        <p:blipFill>
          <a:blip r:embed="rId3"/>
          <a:stretch>
            <a:fillRect/>
          </a:stretch>
        </p:blipFill>
        <p:spPr>
          <a:xfrm>
            <a:off x="8490108" y="1816662"/>
            <a:ext cx="2574662" cy="3228416"/>
          </a:xfrm>
          <a:prstGeom prst="rect">
            <a:avLst/>
          </a:prstGeom>
        </p:spPr>
      </p:pic>
    </p:spTree>
    <p:extLst>
      <p:ext uri="{BB962C8B-B14F-4D97-AF65-F5344CB8AC3E}">
        <p14:creationId xmlns:p14="http://schemas.microsoft.com/office/powerpoint/2010/main" val="26261804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142C57D5-346F-6B17-0157-3F1034F63748}"/>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3E0B49B7-7232-5387-E0A5-ABB013B5D591}"/>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Map Reveal</a:t>
            </a:r>
          </a:p>
        </p:txBody>
      </p:sp>
      <p:pic>
        <p:nvPicPr>
          <p:cNvPr id="8" name="Picture 7">
            <a:extLst>
              <a:ext uri="{FF2B5EF4-FFF2-40B4-BE49-F238E27FC236}">
                <a16:creationId xmlns:a16="http://schemas.microsoft.com/office/drawing/2014/main" id="{7CE405D6-454A-6897-9F7B-FF675AD84E07}"/>
              </a:ext>
            </a:extLst>
          </p:cNvPr>
          <p:cNvPicPr>
            <a:picLocks noChangeAspect="1"/>
          </p:cNvPicPr>
          <p:nvPr/>
        </p:nvPicPr>
        <p:blipFill>
          <a:blip r:embed="rId2"/>
          <a:stretch>
            <a:fillRect/>
          </a:stretch>
        </p:blipFill>
        <p:spPr>
          <a:xfrm>
            <a:off x="5751720" y="2471399"/>
            <a:ext cx="2574662" cy="1918122"/>
          </a:xfrm>
          <a:prstGeom prst="rect">
            <a:avLst/>
          </a:prstGeom>
        </p:spPr>
      </p:pic>
      <p:pic>
        <p:nvPicPr>
          <p:cNvPr id="4" name="Picture 3">
            <a:extLst>
              <a:ext uri="{FF2B5EF4-FFF2-40B4-BE49-F238E27FC236}">
                <a16:creationId xmlns:a16="http://schemas.microsoft.com/office/drawing/2014/main" id="{0DD0511C-2EE6-47D2-C221-E130C189B540}"/>
              </a:ext>
            </a:extLst>
          </p:cNvPr>
          <p:cNvPicPr>
            <a:picLocks noChangeAspect="1"/>
          </p:cNvPicPr>
          <p:nvPr/>
        </p:nvPicPr>
        <p:blipFill>
          <a:blip r:embed="rId3"/>
          <a:stretch>
            <a:fillRect/>
          </a:stretch>
        </p:blipFill>
        <p:spPr>
          <a:xfrm>
            <a:off x="8490108" y="2439626"/>
            <a:ext cx="2574662" cy="1982489"/>
          </a:xfrm>
          <a:prstGeom prst="rect">
            <a:avLst/>
          </a:prstGeom>
        </p:spPr>
      </p:pic>
    </p:spTree>
    <p:extLst>
      <p:ext uri="{BB962C8B-B14F-4D97-AF65-F5344CB8AC3E}">
        <p14:creationId xmlns:p14="http://schemas.microsoft.com/office/powerpoint/2010/main" val="34038688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a:extLst>
            <a:ext uri="{FF2B5EF4-FFF2-40B4-BE49-F238E27FC236}">
              <a16:creationId xmlns:a16="http://schemas.microsoft.com/office/drawing/2014/main" id="{C7C78542-2765-FBDB-1D92-8EFBBC0C919B}"/>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77954EF2-07FA-8964-265B-221838CDB9F6}"/>
              </a:ext>
            </a:extLst>
          </p:cNvPr>
          <p:cNvSpPr txBox="1"/>
          <p:nvPr/>
        </p:nvSpPr>
        <p:spPr>
          <a:xfrm>
            <a:off x="540279" y="967417"/>
            <a:ext cx="3778870" cy="3943250"/>
          </a:xfrm>
          <a:prstGeom prst="rect">
            <a:avLst/>
          </a:prstGeom>
        </p:spPr>
        <p:txBody>
          <a:bodyPr vert="horz" lIns="91440" tIns="45720" rIns="91440" bIns="45720" rtlCol="0" anchor="b">
            <a:normAutofit/>
          </a:bodyPr>
          <a:lstStyle/>
          <a:p>
            <a:pPr>
              <a:spcBef>
                <a:spcPct val="0"/>
              </a:spcBef>
              <a:spcAft>
                <a:spcPts val="600"/>
              </a:spcAft>
            </a:pPr>
            <a:r>
              <a:rPr lang="en-US" sz="4000" b="1" i="1" dirty="0">
                <a:solidFill>
                  <a:srgbClr val="FEFFFF"/>
                </a:solidFill>
                <a:latin typeface="+mj-lt"/>
                <a:ea typeface="+mj-ea"/>
                <a:cs typeface="+mj-cs"/>
              </a:rPr>
              <a:t>Careful Recovery</a:t>
            </a:r>
          </a:p>
        </p:txBody>
      </p:sp>
      <p:pic>
        <p:nvPicPr>
          <p:cNvPr id="5" name="Picture 4">
            <a:extLst>
              <a:ext uri="{FF2B5EF4-FFF2-40B4-BE49-F238E27FC236}">
                <a16:creationId xmlns:a16="http://schemas.microsoft.com/office/drawing/2014/main" id="{5EB49002-9D78-720C-63F1-21C2465143CE}"/>
              </a:ext>
            </a:extLst>
          </p:cNvPr>
          <p:cNvPicPr>
            <a:picLocks noChangeAspect="1"/>
          </p:cNvPicPr>
          <p:nvPr/>
        </p:nvPicPr>
        <p:blipFill>
          <a:blip r:embed="rId2"/>
          <a:stretch>
            <a:fillRect/>
          </a:stretch>
        </p:blipFill>
        <p:spPr>
          <a:xfrm>
            <a:off x="5751720" y="2371631"/>
            <a:ext cx="2574662" cy="2117659"/>
          </a:xfrm>
          <a:prstGeom prst="rect">
            <a:avLst/>
          </a:prstGeom>
        </p:spPr>
      </p:pic>
      <p:pic>
        <p:nvPicPr>
          <p:cNvPr id="3" name="Picture 2">
            <a:extLst>
              <a:ext uri="{FF2B5EF4-FFF2-40B4-BE49-F238E27FC236}">
                <a16:creationId xmlns:a16="http://schemas.microsoft.com/office/drawing/2014/main" id="{C3132EDD-0428-F17E-7107-D0E36CC89F0A}"/>
              </a:ext>
            </a:extLst>
          </p:cNvPr>
          <p:cNvPicPr>
            <a:picLocks noChangeAspect="1"/>
          </p:cNvPicPr>
          <p:nvPr/>
        </p:nvPicPr>
        <p:blipFill>
          <a:blip r:embed="rId3"/>
          <a:stretch>
            <a:fillRect/>
          </a:stretch>
        </p:blipFill>
        <p:spPr>
          <a:xfrm>
            <a:off x="8490108" y="2314111"/>
            <a:ext cx="2574662" cy="2233518"/>
          </a:xfrm>
          <a:prstGeom prst="rect">
            <a:avLst/>
          </a:prstGeom>
        </p:spPr>
      </p:pic>
    </p:spTree>
    <p:extLst>
      <p:ext uri="{BB962C8B-B14F-4D97-AF65-F5344CB8AC3E}">
        <p14:creationId xmlns:p14="http://schemas.microsoft.com/office/powerpoint/2010/main" val="334142312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chemeClr val="bg1"/>
        </a:solidFill>
        <a:effectLst/>
      </p:bgPr>
    </p:bg>
    <p:spTree>
      <p:nvGrpSpPr>
        <p:cNvPr id="1" name=""/>
        <p:cNvGrpSpPr/>
        <p:nvPr/>
      </p:nvGrpSpPr>
      <p:grpSpPr>
        <a:xfrm>
          <a:off x="0" y="0"/>
          <a:ext cx="0" cy="0"/>
          <a:chOff x="0" y="0"/>
          <a:chExt cx="0" cy="0"/>
        </a:xfrm>
      </p:grpSpPr>
      <p:pic>
        <p:nvPicPr>
          <p:cNvPr id="32" name="Picture 31">
            <a:extLst>
              <a:ext uri="{FF2B5EF4-FFF2-40B4-BE49-F238E27FC236}">
                <a16:creationId xmlns:a16="http://schemas.microsoft.com/office/drawing/2014/main" id="{71E7062D-453E-EB80-4EB4-3C5872FDF2AB}"/>
              </a:ext>
            </a:extLst>
          </p:cNvPr>
          <p:cNvPicPr>
            <a:picLocks noChangeAspect="1"/>
          </p:cNvPicPr>
          <p:nvPr/>
        </p:nvPicPr>
        <p:blipFill>
          <a:blip r:embed="rId2"/>
          <a:stretch>
            <a:fillRect/>
          </a:stretch>
        </p:blipFill>
        <p:spPr>
          <a:xfrm>
            <a:off x="4652761" y="3586053"/>
            <a:ext cx="2886478" cy="1390844"/>
          </a:xfrm>
          <a:prstGeom prst="rect">
            <a:avLst/>
          </a:prstGeom>
        </p:spPr>
      </p:pic>
      <p:pic>
        <p:nvPicPr>
          <p:cNvPr id="39" name="Picture 38">
            <a:extLst>
              <a:ext uri="{FF2B5EF4-FFF2-40B4-BE49-F238E27FC236}">
                <a16:creationId xmlns:a16="http://schemas.microsoft.com/office/drawing/2014/main" id="{C9037E1F-54E4-AB68-F6C5-A233812D8E14}"/>
              </a:ext>
            </a:extLst>
          </p:cNvPr>
          <p:cNvPicPr>
            <a:picLocks noChangeAspect="1"/>
          </p:cNvPicPr>
          <p:nvPr/>
        </p:nvPicPr>
        <p:blipFill>
          <a:blip r:embed="rId3"/>
          <a:stretch>
            <a:fillRect/>
          </a:stretch>
        </p:blipFill>
        <p:spPr>
          <a:xfrm>
            <a:off x="2799919" y="271366"/>
            <a:ext cx="7763306" cy="1843184"/>
          </a:xfrm>
          <a:prstGeom prst="rect">
            <a:avLst/>
          </a:prstGeom>
        </p:spPr>
      </p:pic>
    </p:spTree>
    <p:extLst>
      <p:ext uri="{BB962C8B-B14F-4D97-AF65-F5344CB8AC3E}">
        <p14:creationId xmlns:p14="http://schemas.microsoft.com/office/powerpoint/2010/main" val="3762857067"/>
      </p:ext>
    </p:extLst>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Wisp" id="{7CB32D59-10C0-40DD-B7BD-2E94284A981C}" vid="{24B1A44C-C006-48B2-A4D7-E5549B3D8CD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Wisp</Template>
  <TotalTime>3426</TotalTime>
  <Words>375</Words>
  <Application>Microsoft Office PowerPoint</Application>
  <PresentationFormat>Widescreen</PresentationFormat>
  <Paragraphs>43</Paragraphs>
  <Slides>11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11</vt:i4>
      </vt:variant>
    </vt:vector>
  </HeadingPairs>
  <TitlesOfParts>
    <vt:vector size="17" baseType="lpstr">
      <vt:lpstr>Aptos</vt:lpstr>
      <vt:lpstr>Arial</vt:lpstr>
      <vt:lpstr>Century Gothic</vt:lpstr>
      <vt:lpstr>Times New Roman</vt:lpstr>
      <vt:lpstr>Wingdings 3</vt:lpstr>
      <vt:lpstr>Wisp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Tyler Technologies,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Kolavennu, Ravi</dc:creator>
  <cp:lastModifiedBy>Kolavennu, Ravi</cp:lastModifiedBy>
  <cp:revision>22</cp:revision>
  <cp:lastPrinted>2025-12-01T03:09:12Z</cp:lastPrinted>
  <dcterms:created xsi:type="dcterms:W3CDTF">2025-11-29T19:38:57Z</dcterms:created>
  <dcterms:modified xsi:type="dcterms:W3CDTF">2025-12-28T21:46:10Z</dcterms:modified>
</cp:coreProperties>
</file>