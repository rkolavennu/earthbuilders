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7" r:id="rId1"/>
  </p:sldMasterIdLst>
  <p:notesMasterIdLst>
    <p:notesMasterId r:id="rId12"/>
  </p:notesMasterIdLst>
  <p:sldIdLst>
    <p:sldId id="268" r:id="rId2"/>
    <p:sldId id="281" r:id="rId3"/>
    <p:sldId id="282" r:id="rId4"/>
    <p:sldId id="272" r:id="rId5"/>
    <p:sldId id="259" r:id="rId6"/>
    <p:sldId id="261" r:id="rId7"/>
    <p:sldId id="264" r:id="rId8"/>
    <p:sldId id="265" r:id="rId9"/>
    <p:sldId id="267" r:id="rId10"/>
    <p:sldId id="270" r:id="rId11"/>
  </p:sldIdLst>
  <p:sldSz cx="12192000" cy="6858000"/>
  <p:notesSz cx="7102475" cy="9037638"/>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006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100" d="100"/>
          <a:sy n="100" d="100"/>
        </p:scale>
        <p:origin x="96" y="18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78163" cy="4524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4022725" y="0"/>
            <a:ext cx="3078163" cy="452438"/>
          </a:xfrm>
          <a:prstGeom prst="rect">
            <a:avLst/>
          </a:prstGeom>
        </p:spPr>
        <p:txBody>
          <a:bodyPr vert="horz" lIns="91440" tIns="45720" rIns="91440" bIns="45720" rtlCol="0"/>
          <a:lstStyle>
            <a:lvl1pPr algn="r">
              <a:defRPr sz="1200"/>
            </a:lvl1pPr>
          </a:lstStyle>
          <a:p>
            <a:fld id="{72E1B120-E1B5-4476-BA92-D20A2A21079B}" type="datetimeFigureOut">
              <a:rPr lang="en-US" smtClean="0"/>
              <a:t>12/27/2025</a:t>
            </a:fld>
            <a:endParaRPr lang="en-US"/>
          </a:p>
        </p:txBody>
      </p:sp>
      <p:sp>
        <p:nvSpPr>
          <p:cNvPr id="4" name="Slide Image Placeholder 3"/>
          <p:cNvSpPr>
            <a:spLocks noGrp="1" noRot="1" noChangeAspect="1"/>
          </p:cNvSpPr>
          <p:nvPr>
            <p:ph type="sldImg" idx="2"/>
          </p:nvPr>
        </p:nvSpPr>
        <p:spPr>
          <a:xfrm>
            <a:off x="839788" y="1130300"/>
            <a:ext cx="5422900" cy="3049588"/>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09613" y="4349750"/>
            <a:ext cx="5683250" cy="355758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585200"/>
            <a:ext cx="3078163" cy="452438"/>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4022725" y="8585200"/>
            <a:ext cx="3078163" cy="452438"/>
          </a:xfrm>
          <a:prstGeom prst="rect">
            <a:avLst/>
          </a:prstGeom>
        </p:spPr>
        <p:txBody>
          <a:bodyPr vert="horz" lIns="91440" tIns="45720" rIns="91440" bIns="45720" rtlCol="0" anchor="b"/>
          <a:lstStyle>
            <a:lvl1pPr algn="r">
              <a:defRPr sz="1200"/>
            </a:lvl1pPr>
          </a:lstStyle>
          <a:p>
            <a:fld id="{1DAAF7F5-5705-41B7-8C29-A9CFA32D44BB}" type="slidenum">
              <a:rPr lang="en-US" smtClean="0"/>
              <a:t>‹#›</a:t>
            </a:fld>
            <a:endParaRPr lang="en-US"/>
          </a:p>
        </p:txBody>
      </p:sp>
    </p:spTree>
    <p:extLst>
      <p:ext uri="{BB962C8B-B14F-4D97-AF65-F5344CB8AC3E}">
        <p14:creationId xmlns:p14="http://schemas.microsoft.com/office/powerpoint/2010/main" val="19255994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589213" y="2514600"/>
            <a:ext cx="8915399" cy="2262781"/>
          </a:xfrm>
        </p:spPr>
        <p:txBody>
          <a:bodyPr anchor="b">
            <a:normAutofit/>
          </a:bodyPr>
          <a:lstStyle>
            <a:lvl1pPr>
              <a:defRPr sz="5400"/>
            </a:lvl1pPr>
          </a:lstStyle>
          <a:p>
            <a:r>
              <a:rPr lang="en-US"/>
              <a:t>Click to edit Master title style</a:t>
            </a:r>
            <a:endParaRPr lang="en-US" dirty="0"/>
          </a:p>
        </p:txBody>
      </p:sp>
      <p:sp>
        <p:nvSpPr>
          <p:cNvPr id="3" name="Subtitle 2"/>
          <p:cNvSpPr>
            <a:spLocks noGrp="1"/>
          </p:cNvSpPr>
          <p:nvPr>
            <p:ph type="subTitle" idx="1"/>
          </p:nvPr>
        </p:nvSpPr>
        <p:spPr>
          <a:xfrm>
            <a:off x="2589213" y="4777379"/>
            <a:ext cx="8915399" cy="1126283"/>
          </a:xfrm>
        </p:spPr>
        <p:txBody>
          <a:bodyPr anchor="t"/>
          <a:lstStyle>
            <a:lvl1pPr marL="0" indent="0" algn="l">
              <a:buNone/>
              <a:defRPr>
                <a:solidFill>
                  <a:schemeClr val="tx1">
                    <a:lumMod val="65000"/>
                    <a:lumOff val="3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6A9BBC5F-5CDA-4125-9BC9-B7DDB6C51A18}" type="datetimeFigureOut">
              <a:rPr lang="en-US" smtClean="0"/>
              <a:t>12/27/2025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7" name="Freeform 6"/>
          <p:cNvSpPr/>
          <p:nvPr/>
        </p:nvSpPr>
        <p:spPr bwMode="auto">
          <a:xfrm>
            <a:off x="0" y="4323810"/>
            <a:ext cx="1744652" cy="778589"/>
          </a:xfrm>
          <a:custGeom>
            <a:avLst/>
            <a:gdLst/>
            <a:ahLst/>
            <a:cxnLst/>
            <a:rect l="0" t="0" r="r" b="b"/>
            <a:pathLst>
              <a:path w="372" h="166">
                <a:moveTo>
                  <a:pt x="287" y="166"/>
                </a:moveTo>
                <a:cubicBezTo>
                  <a:pt x="290" y="166"/>
                  <a:pt x="292" y="165"/>
                  <a:pt x="293" y="164"/>
                </a:cubicBezTo>
                <a:cubicBezTo>
                  <a:pt x="293" y="163"/>
                  <a:pt x="294" y="163"/>
                  <a:pt x="294" y="163"/>
                </a:cubicBezTo>
                <a:cubicBezTo>
                  <a:pt x="370" y="87"/>
                  <a:pt x="370" y="87"/>
                  <a:pt x="370" y="87"/>
                </a:cubicBezTo>
                <a:cubicBezTo>
                  <a:pt x="372" y="85"/>
                  <a:pt x="372" y="81"/>
                  <a:pt x="370" y="78"/>
                </a:cubicBezTo>
                <a:cubicBezTo>
                  <a:pt x="294" y="3"/>
                  <a:pt x="294" y="3"/>
                  <a:pt x="294" y="3"/>
                </a:cubicBezTo>
                <a:cubicBezTo>
                  <a:pt x="294" y="2"/>
                  <a:pt x="293" y="2"/>
                  <a:pt x="293" y="2"/>
                </a:cubicBezTo>
                <a:cubicBezTo>
                  <a:pt x="292" y="1"/>
                  <a:pt x="290" y="0"/>
                  <a:pt x="287" y="0"/>
                </a:cubicBezTo>
                <a:cubicBezTo>
                  <a:pt x="0" y="0"/>
                  <a:pt x="0" y="0"/>
                  <a:pt x="0" y="0"/>
                </a:cubicBezTo>
                <a:cubicBezTo>
                  <a:pt x="0" y="166"/>
                  <a:pt x="0" y="166"/>
                  <a:pt x="0" y="166"/>
                </a:cubicBezTo>
                <a:lnTo>
                  <a:pt x="287" y="166"/>
                </a:lnTo>
                <a:close/>
              </a:path>
            </a:pathLst>
          </a:custGeom>
          <a:solidFill>
            <a:schemeClr val="accent1"/>
          </a:solidFill>
          <a:ln>
            <a:noFill/>
          </a:ln>
        </p:spPr>
      </p:sp>
      <p:sp>
        <p:nvSpPr>
          <p:cNvPr id="6" name="Slide Number Placeholder 5"/>
          <p:cNvSpPr>
            <a:spLocks noGrp="1"/>
          </p:cNvSpPr>
          <p:nvPr>
            <p:ph type="sldNum" sz="quarter" idx="12"/>
          </p:nvPr>
        </p:nvSpPr>
        <p:spPr>
          <a:xfrm>
            <a:off x="531812" y="4529540"/>
            <a:ext cx="779767" cy="365125"/>
          </a:xfrm>
        </p:spPr>
        <p:txBody>
          <a:bodyPr/>
          <a:lstStyle/>
          <a:p>
            <a:fld id="{115A9337-9632-4024-8693-4508CB48E3B1}" type="slidenum">
              <a:rPr lang="en-US" smtClean="0"/>
              <a:t>‹#›</a:t>
            </a:fld>
            <a:endParaRPr lang="en-US" dirty="0"/>
          </a:p>
        </p:txBody>
      </p:sp>
    </p:spTree>
    <p:extLst>
      <p:ext uri="{BB962C8B-B14F-4D97-AF65-F5344CB8AC3E}">
        <p14:creationId xmlns:p14="http://schemas.microsoft.com/office/powerpoint/2010/main" val="36965515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592925" y="624110"/>
            <a:ext cx="8911687" cy="1280890"/>
          </a:xfrm>
        </p:spPr>
        <p:txBody>
          <a:bodyPr/>
          <a:lstStyle/>
          <a:p>
            <a:r>
              <a:rPr lang="en-US"/>
              <a:t>Click to edit Master title style</a:t>
            </a:r>
            <a:endParaRPr lang="en-US" dirty="0"/>
          </a:p>
        </p:txBody>
      </p:sp>
      <p:sp>
        <p:nvSpPr>
          <p:cNvPr id="3" name="Content Placeholder 2"/>
          <p:cNvSpPr>
            <a:spLocks noGrp="1"/>
          </p:cNvSpPr>
          <p:nvPr>
            <p:ph idx="1"/>
          </p:nvPr>
        </p:nvSpPr>
        <p:spPr>
          <a:xfrm>
            <a:off x="2589212" y="2133600"/>
            <a:ext cx="8915400" cy="37776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A9BBC5F-5CDA-4125-9BC9-B7DDB6C51A18}" type="datetimeFigureOut">
              <a:rPr lang="en-US" smtClean="0"/>
              <a:t>12/27/2025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p:txBody>
          <a:bodyPr/>
          <a:lstStyle/>
          <a:p>
            <a:fld id="{115A9337-9632-4024-8693-4508CB48E3B1}" type="slidenum">
              <a:rPr lang="en-US" smtClean="0"/>
              <a:t>‹#›</a:t>
            </a:fld>
            <a:endParaRPr lang="en-US" dirty="0"/>
          </a:p>
        </p:txBody>
      </p:sp>
    </p:spTree>
    <p:extLst>
      <p:ext uri="{BB962C8B-B14F-4D97-AF65-F5344CB8AC3E}">
        <p14:creationId xmlns:p14="http://schemas.microsoft.com/office/powerpoint/2010/main" val="16345620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589212" y="2058750"/>
            <a:ext cx="8915399" cy="1468800"/>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2589212" y="3530129"/>
            <a:ext cx="8915399" cy="860400"/>
          </a:xfrm>
        </p:spPr>
        <p:txBody>
          <a:bodyPr anchor="t"/>
          <a:lstStyle>
            <a:lvl1pPr marL="0" indent="0" algn="l">
              <a:buNone/>
              <a:defRPr sz="20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A9BBC5F-5CDA-4125-9BC9-B7DDB6C51A18}" type="datetimeFigureOut">
              <a:rPr lang="en-US" smtClean="0"/>
              <a:t>12/27/2025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9"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2" y="3244139"/>
            <a:ext cx="779767" cy="365125"/>
          </a:xfrm>
        </p:spPr>
        <p:txBody>
          <a:bodyPr/>
          <a:lstStyle/>
          <a:p>
            <a:fld id="{115A9337-9632-4024-8693-4508CB48E3B1}" type="slidenum">
              <a:rPr lang="en-US" smtClean="0"/>
              <a:t>‹#›</a:t>
            </a:fld>
            <a:endParaRPr lang="en-US" dirty="0"/>
          </a:p>
        </p:txBody>
      </p:sp>
    </p:spTree>
    <p:extLst>
      <p:ext uri="{BB962C8B-B14F-4D97-AF65-F5344CB8AC3E}">
        <p14:creationId xmlns:p14="http://schemas.microsoft.com/office/powerpoint/2010/main" val="2640156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2589212" y="2133600"/>
            <a:ext cx="4313864" cy="3777622"/>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7190747" y="2126222"/>
            <a:ext cx="4313864" cy="3777622"/>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6A9BBC5F-5CDA-4125-9BC9-B7DDB6C51A18}" type="datetimeFigureOut">
              <a:rPr lang="en-US" smtClean="0"/>
              <a:t>12/27/2025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10"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1" name="Slide Number Placeholder 5"/>
          <p:cNvSpPr>
            <a:spLocks noGrp="1"/>
          </p:cNvSpPr>
          <p:nvPr>
            <p:ph type="sldNum" sz="quarter" idx="12"/>
          </p:nvPr>
        </p:nvSpPr>
        <p:spPr>
          <a:xfrm>
            <a:off x="531812" y="787782"/>
            <a:ext cx="779767" cy="365125"/>
          </a:xfrm>
        </p:spPr>
        <p:txBody>
          <a:bodyPr/>
          <a:lstStyle/>
          <a:p>
            <a:fld id="{115A9337-9632-4024-8693-4508CB48E3B1}" type="slidenum">
              <a:rPr lang="en-US" smtClean="0"/>
              <a:t>‹#›</a:t>
            </a:fld>
            <a:endParaRPr lang="en-US" dirty="0"/>
          </a:p>
        </p:txBody>
      </p:sp>
    </p:spTree>
    <p:extLst>
      <p:ext uri="{BB962C8B-B14F-4D97-AF65-F5344CB8AC3E}">
        <p14:creationId xmlns:p14="http://schemas.microsoft.com/office/powerpoint/2010/main" val="412255435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2939373" y="1972703"/>
            <a:ext cx="3992732"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2589212" y="2548966"/>
            <a:ext cx="4342893" cy="335406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7506629" y="1969475"/>
            <a:ext cx="3999001"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7166957" y="2545738"/>
            <a:ext cx="4338674" cy="335406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6A9BBC5F-5CDA-4125-9BC9-B7DDB6C51A18}" type="datetimeFigureOut">
              <a:rPr lang="en-US" smtClean="0"/>
              <a:t>12/27/2025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12"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3" name="Slide Number Placeholder 5"/>
          <p:cNvSpPr>
            <a:spLocks noGrp="1"/>
          </p:cNvSpPr>
          <p:nvPr>
            <p:ph type="sldNum" sz="quarter" idx="12"/>
          </p:nvPr>
        </p:nvSpPr>
        <p:spPr>
          <a:xfrm>
            <a:off x="531812" y="787782"/>
            <a:ext cx="779767" cy="365125"/>
          </a:xfrm>
        </p:spPr>
        <p:txBody>
          <a:bodyPr/>
          <a:lstStyle/>
          <a:p>
            <a:fld id="{115A9337-9632-4024-8693-4508CB48E3B1}" type="slidenum">
              <a:rPr lang="en-US" smtClean="0"/>
              <a:t>‹#›</a:t>
            </a:fld>
            <a:endParaRPr lang="en-US" dirty="0"/>
          </a:p>
        </p:txBody>
      </p:sp>
    </p:spTree>
    <p:extLst>
      <p:ext uri="{BB962C8B-B14F-4D97-AF65-F5344CB8AC3E}">
        <p14:creationId xmlns:p14="http://schemas.microsoft.com/office/powerpoint/2010/main" val="70870357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6A9BBC5F-5CDA-4125-9BC9-B7DDB6C51A18}" type="datetimeFigureOut">
              <a:rPr lang="en-US" smtClean="0"/>
              <a:t>12/27/2025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7"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5" name="Slide Number Placeholder 4"/>
          <p:cNvSpPr>
            <a:spLocks noGrp="1"/>
          </p:cNvSpPr>
          <p:nvPr>
            <p:ph type="sldNum" sz="quarter" idx="12"/>
          </p:nvPr>
        </p:nvSpPr>
        <p:spPr/>
        <p:txBody>
          <a:bodyPr/>
          <a:lstStyle/>
          <a:p>
            <a:fld id="{115A9337-9632-4024-8693-4508CB48E3B1}" type="slidenum">
              <a:rPr lang="en-US" smtClean="0"/>
              <a:t>‹#›</a:t>
            </a:fld>
            <a:endParaRPr lang="en-US" dirty="0"/>
          </a:p>
        </p:txBody>
      </p:sp>
    </p:spTree>
    <p:extLst>
      <p:ext uri="{BB962C8B-B14F-4D97-AF65-F5344CB8AC3E}">
        <p14:creationId xmlns:p14="http://schemas.microsoft.com/office/powerpoint/2010/main" val="96620848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A9BBC5F-5CDA-4125-9BC9-B7DDB6C51A18}" type="datetimeFigureOut">
              <a:rPr lang="en-US" smtClean="0"/>
              <a:t>12/27/2025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6"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US"/>
          </a:p>
        </p:txBody>
      </p:sp>
      <p:sp>
        <p:nvSpPr>
          <p:cNvPr id="4" name="Slide Number Placeholder 3"/>
          <p:cNvSpPr>
            <a:spLocks noGrp="1"/>
          </p:cNvSpPr>
          <p:nvPr>
            <p:ph type="sldNum" sz="quarter" idx="12"/>
          </p:nvPr>
        </p:nvSpPr>
        <p:spPr/>
        <p:txBody>
          <a:bodyPr/>
          <a:lstStyle/>
          <a:p>
            <a:fld id="{115A9337-9632-4024-8693-4508CB48E3B1}" type="slidenum">
              <a:rPr lang="en-US" smtClean="0"/>
              <a:t>‹#›</a:t>
            </a:fld>
            <a:endParaRPr lang="en-US" dirty="0"/>
          </a:p>
        </p:txBody>
      </p:sp>
    </p:spTree>
    <p:extLst>
      <p:ext uri="{BB962C8B-B14F-4D97-AF65-F5344CB8AC3E}">
        <p14:creationId xmlns:p14="http://schemas.microsoft.com/office/powerpoint/2010/main" val="1956788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2" y="446088"/>
            <a:ext cx="3505199" cy="976312"/>
          </a:xfrm>
        </p:spPr>
        <p:txBody>
          <a:bodyPr anchor="b"/>
          <a:lstStyle>
            <a:lvl1pPr algn="l">
              <a:defRPr sz="2000" b="0"/>
            </a:lvl1pPr>
          </a:lstStyle>
          <a:p>
            <a:r>
              <a:rPr lang="en-US"/>
              <a:t>Click to edit Master title style</a:t>
            </a:r>
            <a:endParaRPr lang="en-US" dirty="0"/>
          </a:p>
        </p:txBody>
      </p:sp>
      <p:sp>
        <p:nvSpPr>
          <p:cNvPr id="3" name="Content Placeholder 2"/>
          <p:cNvSpPr>
            <a:spLocks noGrp="1"/>
          </p:cNvSpPr>
          <p:nvPr>
            <p:ph idx="1"/>
          </p:nvPr>
        </p:nvSpPr>
        <p:spPr>
          <a:xfrm>
            <a:off x="6323012" y="446088"/>
            <a:ext cx="5181600" cy="5414963"/>
          </a:xfrm>
        </p:spPr>
        <p:txBody>
          <a:bodyPr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589212" y="1598613"/>
            <a:ext cx="3505199" cy="4262436"/>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6A9BBC5F-5CDA-4125-9BC9-B7DDB6C51A18}" type="datetimeFigureOut">
              <a:rPr lang="en-US" smtClean="0"/>
              <a:t>12/27/2025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p:txBody>
          <a:bodyPr/>
          <a:lstStyle/>
          <a:p>
            <a:fld id="{115A9337-9632-4024-8693-4508CB48E3B1}" type="slidenum">
              <a:rPr lang="en-US" smtClean="0"/>
              <a:t>‹#›</a:t>
            </a:fld>
            <a:endParaRPr lang="en-US" dirty="0"/>
          </a:p>
        </p:txBody>
      </p:sp>
    </p:spTree>
    <p:extLst>
      <p:ext uri="{BB962C8B-B14F-4D97-AF65-F5344CB8AC3E}">
        <p14:creationId xmlns:p14="http://schemas.microsoft.com/office/powerpoint/2010/main" val="40015784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3" y="4800600"/>
            <a:ext cx="8915400"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2589212" y="634965"/>
            <a:ext cx="8915400" cy="3854970"/>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2589213" y="5367338"/>
            <a:ext cx="8915400"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6A9BBC5F-5CDA-4125-9BC9-B7DDB6C51A18}" type="datetimeFigureOut">
              <a:rPr lang="en-US" smtClean="0"/>
              <a:t>12/27/2025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115A9337-9632-4024-8693-4508CB48E3B1}" type="slidenum">
              <a:rPr lang="en-US" smtClean="0"/>
              <a:t>‹#›</a:t>
            </a:fld>
            <a:endParaRPr lang="en-US" dirty="0"/>
          </a:p>
        </p:txBody>
      </p:sp>
    </p:spTree>
    <p:extLst>
      <p:ext uri="{BB962C8B-B14F-4D97-AF65-F5344CB8AC3E}">
        <p14:creationId xmlns:p14="http://schemas.microsoft.com/office/powerpoint/2010/main" val="328561893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2" y="609600"/>
            <a:ext cx="8915399" cy="3117040"/>
          </a:xfrm>
        </p:spPr>
        <p:txBody>
          <a:bodyPr anchor="ctr">
            <a:normAutofit/>
          </a:bodyPr>
          <a:lstStyle>
            <a:lvl1pPr algn="l">
              <a:defRPr sz="4800" b="0" cap="none"/>
            </a:lvl1pPr>
          </a:lstStyle>
          <a:p>
            <a:r>
              <a:rPr lang="en-US"/>
              <a:t>Click to edit Master title style</a:t>
            </a:r>
            <a:endParaRPr lang="en-US" dirty="0"/>
          </a:p>
        </p:txBody>
      </p:sp>
      <p:sp>
        <p:nvSpPr>
          <p:cNvPr id="3"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A9BBC5F-5CDA-4125-9BC9-B7DDB6C51A18}" type="datetimeFigureOut">
              <a:rPr lang="en-US" smtClean="0"/>
              <a:t>12/27/2025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9"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2" y="3244139"/>
            <a:ext cx="779767" cy="365125"/>
          </a:xfrm>
        </p:spPr>
        <p:txBody>
          <a:bodyPr/>
          <a:lstStyle/>
          <a:p>
            <a:fld id="{115A9337-9632-4024-8693-4508CB48E3B1}" type="slidenum">
              <a:rPr lang="en-US" smtClean="0"/>
              <a:t>‹#›</a:t>
            </a:fld>
            <a:endParaRPr lang="en-US" dirty="0"/>
          </a:p>
        </p:txBody>
      </p:sp>
    </p:spTree>
    <p:extLst>
      <p:ext uri="{BB962C8B-B14F-4D97-AF65-F5344CB8AC3E}">
        <p14:creationId xmlns:p14="http://schemas.microsoft.com/office/powerpoint/2010/main" val="87277930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en-US"/>
              <a:t>Click to edit Master title style</a:t>
            </a:r>
            <a:endParaRPr lang="en-US" dirty="0"/>
          </a:p>
        </p:txBody>
      </p:sp>
      <p:sp>
        <p:nvSpPr>
          <p:cNvPr id="13" name="Text Placeholder 9"/>
          <p:cNvSpPr>
            <a:spLocks noGrp="1"/>
          </p:cNvSpPr>
          <p:nvPr>
            <p:ph type="body" sz="quarter" idx="13"/>
          </p:nvPr>
        </p:nvSpPr>
        <p:spPr>
          <a:xfrm>
            <a:off x="3275012" y="3505200"/>
            <a:ext cx="753655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A9BBC5F-5CDA-4125-9BC9-B7DDB6C51A18}" type="datetimeFigureOut">
              <a:rPr lang="en-US" smtClean="0"/>
              <a:t>12/27/2025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11"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2" y="3244139"/>
            <a:ext cx="779767" cy="365125"/>
          </a:xfrm>
        </p:spPr>
        <p:txBody>
          <a:bodyPr/>
          <a:lstStyle/>
          <a:p>
            <a:fld id="{115A9337-9632-4024-8693-4508CB48E3B1}" type="slidenum">
              <a:rPr lang="en-US" smtClean="0"/>
              <a:t>‹#›</a:t>
            </a:fld>
            <a:endParaRPr lang="en-US" dirty="0"/>
          </a:p>
        </p:txBody>
      </p:sp>
      <p:sp>
        <p:nvSpPr>
          <p:cNvPr id="14" name="TextBox 13"/>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5" name="TextBox 14"/>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37599044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2589213" y="2438400"/>
            <a:ext cx="8915400" cy="2724845"/>
          </a:xfrm>
        </p:spPr>
        <p:txBody>
          <a:bodyPr anchor="b">
            <a:normAutofit/>
          </a:bodyPr>
          <a:lstStyle>
            <a:lvl1pPr algn="l">
              <a:defRPr sz="4800" b="0"/>
            </a:lvl1pPr>
          </a:lstStyle>
          <a:p>
            <a:r>
              <a:rPr lang="en-US"/>
              <a:t>Click to edit Master title style</a:t>
            </a:r>
            <a:endParaRPr lang="en-US" dirty="0"/>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6A9BBC5F-5CDA-4125-9BC9-B7DDB6C51A18}" type="datetimeFigureOut">
              <a:rPr lang="en-US" smtClean="0"/>
              <a:t>12/27/2025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115A9337-9632-4024-8693-4508CB48E3B1}" type="slidenum">
              <a:rPr lang="en-US" smtClean="0"/>
              <a:t>‹#›</a:t>
            </a:fld>
            <a:endParaRPr lang="en-US" dirty="0"/>
          </a:p>
        </p:txBody>
      </p:sp>
    </p:spTree>
    <p:extLst>
      <p:ext uri="{BB962C8B-B14F-4D97-AF65-F5344CB8AC3E}">
        <p14:creationId xmlns:p14="http://schemas.microsoft.com/office/powerpoint/2010/main" val="388839851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2"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en-US"/>
              <a:t>Click to edit Master title style</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6A9BBC5F-5CDA-4125-9BC9-B7DDB6C51A18}" type="datetimeFigureOut">
              <a:rPr lang="en-US" smtClean="0"/>
              <a:t>12/27/2025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11"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115A9337-9632-4024-8693-4508CB48E3B1}" type="slidenum">
              <a:rPr lang="en-US" smtClean="0"/>
              <a:t>‹#›</a:t>
            </a:fld>
            <a:endParaRPr lang="en-US" dirty="0"/>
          </a:p>
        </p:txBody>
      </p:sp>
      <p:sp>
        <p:nvSpPr>
          <p:cNvPr id="17" name="TextBox 16"/>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8" name="TextBox 17"/>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353392087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2589212" y="627407"/>
            <a:ext cx="8915399" cy="2880020"/>
          </a:xfrm>
        </p:spPr>
        <p:txBody>
          <a:bodyPr anchor="ctr">
            <a:normAutofit/>
          </a:bodyPr>
          <a:lstStyle>
            <a:lvl1pPr algn="l">
              <a:defRPr sz="4800" b="0"/>
            </a:lvl1pPr>
          </a:lstStyle>
          <a:p>
            <a:r>
              <a:rPr lang="en-US"/>
              <a:t>Click to edit Master title style</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6A9BBC5F-5CDA-4125-9BC9-B7DDB6C51A18}" type="datetimeFigureOut">
              <a:rPr lang="en-US" smtClean="0"/>
              <a:t>12/27/2025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115A9337-9632-4024-8693-4508CB48E3B1}" type="slidenum">
              <a:rPr lang="en-US" smtClean="0"/>
              <a:t>‹#›</a:t>
            </a:fld>
            <a:endParaRPr lang="en-US" dirty="0"/>
          </a:p>
        </p:txBody>
      </p:sp>
    </p:spTree>
    <p:extLst>
      <p:ext uri="{BB962C8B-B14F-4D97-AF65-F5344CB8AC3E}">
        <p14:creationId xmlns:p14="http://schemas.microsoft.com/office/powerpoint/2010/main" val="329642421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A9BBC5F-5CDA-4125-9BC9-B7DDB6C51A18}" type="datetimeFigureOut">
              <a:rPr lang="en-US" smtClean="0"/>
              <a:t>12/27/2025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p:txBody>
          <a:bodyPr/>
          <a:lstStyle/>
          <a:p>
            <a:fld id="{115A9337-9632-4024-8693-4508CB48E3B1}" type="slidenum">
              <a:rPr lang="en-US" smtClean="0"/>
              <a:t>‹#›</a:t>
            </a:fld>
            <a:endParaRPr lang="en-US" dirty="0"/>
          </a:p>
        </p:txBody>
      </p:sp>
    </p:spTree>
    <p:extLst>
      <p:ext uri="{BB962C8B-B14F-4D97-AF65-F5344CB8AC3E}">
        <p14:creationId xmlns:p14="http://schemas.microsoft.com/office/powerpoint/2010/main" val="221277635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294812" y="627405"/>
            <a:ext cx="2207601" cy="5283817"/>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2589212" y="627405"/>
            <a:ext cx="6477000" cy="52838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A9BBC5F-5CDA-4125-9BC9-B7DDB6C51A18}" type="datetimeFigureOut">
              <a:rPr lang="en-US" smtClean="0"/>
              <a:t>12/27/2025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p:txBody>
          <a:bodyPr/>
          <a:lstStyle/>
          <a:p>
            <a:fld id="{115A9337-9632-4024-8693-4508CB48E3B1}" type="slidenum">
              <a:rPr lang="en-US" smtClean="0"/>
              <a:t>‹#›</a:t>
            </a:fld>
            <a:endParaRPr lang="en-US" dirty="0"/>
          </a:p>
        </p:txBody>
      </p:sp>
    </p:spTree>
    <p:extLst>
      <p:ext uri="{BB962C8B-B14F-4D97-AF65-F5344CB8AC3E}">
        <p14:creationId xmlns:p14="http://schemas.microsoft.com/office/powerpoint/2010/main" val="296920462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grpSp>
        <p:nvGrpSpPr>
          <p:cNvPr id="23" name="Group 22"/>
          <p:cNvGrpSpPr/>
          <p:nvPr/>
        </p:nvGrpSpPr>
        <p:grpSpPr>
          <a:xfrm>
            <a:off x="1" y="228600"/>
            <a:ext cx="2851516" cy="6638628"/>
            <a:chOff x="2487613" y="285750"/>
            <a:chExt cx="2428875" cy="5654676"/>
          </a:xfrm>
        </p:grpSpPr>
        <p:sp>
          <p:nvSpPr>
            <p:cNvPr id="24" name="Freeform 11"/>
            <p:cNvSpPr/>
            <p:nvPr/>
          </p:nvSpPr>
          <p:spPr bwMode="auto">
            <a:xfrm>
              <a:off x="2487613" y="2284413"/>
              <a:ext cx="85725" cy="533400"/>
            </a:xfrm>
            <a:custGeom>
              <a:avLst/>
              <a:gdLst/>
              <a:ahLst/>
              <a:cxnLst/>
              <a:rect l="0" t="0" r="r" b="b"/>
              <a:pathLst>
                <a:path w="22" h="136">
                  <a:moveTo>
                    <a:pt x="22" y="136"/>
                  </a:moveTo>
                  <a:cubicBezTo>
                    <a:pt x="20" y="117"/>
                    <a:pt x="19" y="99"/>
                    <a:pt x="17" y="80"/>
                  </a:cubicBezTo>
                  <a:cubicBezTo>
                    <a:pt x="11" y="54"/>
                    <a:pt x="6" y="27"/>
                    <a:pt x="0" y="0"/>
                  </a:cubicBezTo>
                  <a:cubicBezTo>
                    <a:pt x="0" y="35"/>
                    <a:pt x="0" y="35"/>
                    <a:pt x="0" y="35"/>
                  </a:cubicBezTo>
                  <a:cubicBezTo>
                    <a:pt x="6" y="64"/>
                    <a:pt x="13" y="94"/>
                    <a:pt x="20" y="124"/>
                  </a:cubicBezTo>
                  <a:cubicBezTo>
                    <a:pt x="20" y="128"/>
                    <a:pt x="21" y="132"/>
                    <a:pt x="22" y="136"/>
                  </a:cubicBezTo>
                  <a:close/>
                </a:path>
              </a:pathLst>
            </a:custGeom>
            <a:solidFill>
              <a:schemeClr val="tx2">
                <a:alpha val="20000"/>
              </a:schemeClr>
            </a:solidFill>
            <a:ln>
              <a:noFill/>
            </a:ln>
          </p:spPr>
          <p:txBody>
            <a:bodyPr/>
            <a:lstStyle/>
            <a:p>
              <a:endParaRPr lang="en-US"/>
            </a:p>
          </p:txBody>
        </p:sp>
        <p:sp>
          <p:nvSpPr>
            <p:cNvPr id="25" name="Freeform 12"/>
            <p:cNvSpPr/>
            <p:nvPr/>
          </p:nvSpPr>
          <p:spPr bwMode="auto">
            <a:xfrm>
              <a:off x="2597151" y="2779713"/>
              <a:ext cx="550863" cy="1978025"/>
            </a:xfrm>
            <a:custGeom>
              <a:avLst/>
              <a:gdLst/>
              <a:ahLst/>
              <a:cxnLst/>
              <a:rect l="0" t="0" r="r" b="b"/>
              <a:pathLst>
                <a:path w="140" h="504">
                  <a:moveTo>
                    <a:pt x="86" y="350"/>
                  </a:moveTo>
                  <a:cubicBezTo>
                    <a:pt x="103" y="402"/>
                    <a:pt x="120" y="453"/>
                    <a:pt x="139" y="504"/>
                  </a:cubicBezTo>
                  <a:cubicBezTo>
                    <a:pt x="139" y="495"/>
                    <a:pt x="139" y="487"/>
                    <a:pt x="140" y="478"/>
                  </a:cubicBezTo>
                  <a:cubicBezTo>
                    <a:pt x="124" y="435"/>
                    <a:pt x="109" y="391"/>
                    <a:pt x="95" y="347"/>
                  </a:cubicBezTo>
                  <a:cubicBezTo>
                    <a:pt x="58" y="233"/>
                    <a:pt x="27" y="117"/>
                    <a:pt x="0" y="0"/>
                  </a:cubicBezTo>
                  <a:cubicBezTo>
                    <a:pt x="2" y="20"/>
                    <a:pt x="4" y="41"/>
                    <a:pt x="6" y="61"/>
                  </a:cubicBezTo>
                  <a:cubicBezTo>
                    <a:pt x="30" y="158"/>
                    <a:pt x="56" y="255"/>
                    <a:pt x="86" y="350"/>
                  </a:cubicBezTo>
                  <a:close/>
                </a:path>
              </a:pathLst>
            </a:custGeom>
            <a:solidFill>
              <a:schemeClr val="tx2">
                <a:alpha val="20000"/>
              </a:schemeClr>
            </a:solidFill>
            <a:ln>
              <a:noFill/>
            </a:ln>
          </p:spPr>
          <p:txBody>
            <a:bodyPr/>
            <a:lstStyle/>
            <a:p>
              <a:endParaRPr lang="en-US"/>
            </a:p>
          </p:txBody>
        </p:sp>
        <p:sp>
          <p:nvSpPr>
            <p:cNvPr id="26" name="Freeform 13"/>
            <p:cNvSpPr/>
            <p:nvPr/>
          </p:nvSpPr>
          <p:spPr bwMode="auto">
            <a:xfrm>
              <a:off x="3175001" y="4730750"/>
              <a:ext cx="519113" cy="1209675"/>
            </a:xfrm>
            <a:custGeom>
              <a:avLst/>
              <a:gdLst/>
              <a:ahLst/>
              <a:cxnLst/>
              <a:rect l="0" t="0" r="r" b="b"/>
              <a:pathLst>
                <a:path w="132" h="308">
                  <a:moveTo>
                    <a:pt x="8" y="22"/>
                  </a:moveTo>
                  <a:cubicBezTo>
                    <a:pt x="5" y="15"/>
                    <a:pt x="2" y="8"/>
                    <a:pt x="0" y="0"/>
                  </a:cubicBezTo>
                  <a:cubicBezTo>
                    <a:pt x="0" y="10"/>
                    <a:pt x="0" y="19"/>
                    <a:pt x="0" y="29"/>
                  </a:cubicBezTo>
                  <a:cubicBezTo>
                    <a:pt x="21" y="85"/>
                    <a:pt x="44" y="140"/>
                    <a:pt x="68" y="194"/>
                  </a:cubicBezTo>
                  <a:cubicBezTo>
                    <a:pt x="85" y="232"/>
                    <a:pt x="104" y="270"/>
                    <a:pt x="123" y="308"/>
                  </a:cubicBezTo>
                  <a:cubicBezTo>
                    <a:pt x="132" y="308"/>
                    <a:pt x="132" y="308"/>
                    <a:pt x="132" y="308"/>
                  </a:cubicBezTo>
                  <a:cubicBezTo>
                    <a:pt x="113" y="269"/>
                    <a:pt x="94" y="230"/>
                    <a:pt x="77" y="190"/>
                  </a:cubicBezTo>
                  <a:cubicBezTo>
                    <a:pt x="52" y="135"/>
                    <a:pt x="29" y="79"/>
                    <a:pt x="8" y="22"/>
                  </a:cubicBezTo>
                  <a:close/>
                </a:path>
              </a:pathLst>
            </a:custGeom>
            <a:solidFill>
              <a:schemeClr val="tx2">
                <a:alpha val="20000"/>
              </a:schemeClr>
            </a:solidFill>
            <a:ln>
              <a:noFill/>
            </a:ln>
          </p:spPr>
          <p:txBody>
            <a:bodyPr/>
            <a:lstStyle/>
            <a:p>
              <a:endParaRPr lang="en-US"/>
            </a:p>
          </p:txBody>
        </p:sp>
        <p:sp>
          <p:nvSpPr>
            <p:cNvPr id="27" name="Freeform 14"/>
            <p:cNvSpPr/>
            <p:nvPr/>
          </p:nvSpPr>
          <p:spPr bwMode="auto">
            <a:xfrm>
              <a:off x="3305176" y="5630863"/>
              <a:ext cx="146050" cy="309563"/>
            </a:xfrm>
            <a:custGeom>
              <a:avLst/>
              <a:gdLst/>
              <a:ahLst/>
              <a:cxnLst/>
              <a:rect l="0" t="0" r="r" b="b"/>
              <a:pathLst>
                <a:path w="37" h="79">
                  <a:moveTo>
                    <a:pt x="28" y="79"/>
                  </a:moveTo>
                  <a:cubicBezTo>
                    <a:pt x="37" y="79"/>
                    <a:pt x="37" y="79"/>
                    <a:pt x="37" y="79"/>
                  </a:cubicBezTo>
                  <a:cubicBezTo>
                    <a:pt x="24" y="53"/>
                    <a:pt x="12" y="27"/>
                    <a:pt x="0" y="0"/>
                  </a:cubicBezTo>
                  <a:cubicBezTo>
                    <a:pt x="8" y="27"/>
                    <a:pt x="17" y="53"/>
                    <a:pt x="28" y="79"/>
                  </a:cubicBezTo>
                  <a:close/>
                </a:path>
              </a:pathLst>
            </a:custGeom>
            <a:solidFill>
              <a:schemeClr val="tx2">
                <a:alpha val="20000"/>
              </a:schemeClr>
            </a:solidFill>
            <a:ln>
              <a:noFill/>
            </a:ln>
          </p:spPr>
          <p:txBody>
            <a:bodyPr/>
            <a:lstStyle/>
            <a:p>
              <a:endParaRPr lang="en-US"/>
            </a:p>
          </p:txBody>
        </p:sp>
        <p:sp>
          <p:nvSpPr>
            <p:cNvPr id="28" name="Freeform 15"/>
            <p:cNvSpPr/>
            <p:nvPr/>
          </p:nvSpPr>
          <p:spPr bwMode="auto">
            <a:xfrm>
              <a:off x="2573338" y="2817813"/>
              <a:ext cx="700088" cy="2835275"/>
            </a:xfrm>
            <a:custGeom>
              <a:avLst/>
              <a:gdLst/>
              <a:ahLst/>
              <a:cxnLst/>
              <a:rect l="0" t="0" r="r" b="b"/>
              <a:pathLst>
                <a:path w="178" h="722">
                  <a:moveTo>
                    <a:pt x="162" y="660"/>
                  </a:moveTo>
                  <a:cubicBezTo>
                    <a:pt x="145" y="618"/>
                    <a:pt x="130" y="576"/>
                    <a:pt x="116" y="534"/>
                  </a:cubicBezTo>
                  <a:cubicBezTo>
                    <a:pt x="84" y="437"/>
                    <a:pt x="59" y="337"/>
                    <a:pt x="40" y="236"/>
                  </a:cubicBezTo>
                  <a:cubicBezTo>
                    <a:pt x="29" y="175"/>
                    <a:pt x="20" y="113"/>
                    <a:pt x="12" y="51"/>
                  </a:cubicBezTo>
                  <a:cubicBezTo>
                    <a:pt x="8" y="34"/>
                    <a:pt x="4" y="17"/>
                    <a:pt x="0" y="0"/>
                  </a:cubicBezTo>
                  <a:cubicBezTo>
                    <a:pt x="8" y="79"/>
                    <a:pt x="19" y="159"/>
                    <a:pt x="33" y="237"/>
                  </a:cubicBezTo>
                  <a:cubicBezTo>
                    <a:pt x="51" y="339"/>
                    <a:pt x="76" y="439"/>
                    <a:pt x="107" y="537"/>
                  </a:cubicBezTo>
                  <a:cubicBezTo>
                    <a:pt x="123" y="586"/>
                    <a:pt x="141" y="634"/>
                    <a:pt x="160" y="681"/>
                  </a:cubicBezTo>
                  <a:cubicBezTo>
                    <a:pt x="166" y="695"/>
                    <a:pt x="172" y="708"/>
                    <a:pt x="178" y="722"/>
                  </a:cubicBezTo>
                  <a:cubicBezTo>
                    <a:pt x="176" y="717"/>
                    <a:pt x="175" y="713"/>
                    <a:pt x="174" y="708"/>
                  </a:cubicBezTo>
                  <a:cubicBezTo>
                    <a:pt x="169" y="692"/>
                    <a:pt x="165" y="676"/>
                    <a:pt x="162" y="660"/>
                  </a:cubicBezTo>
                  <a:close/>
                </a:path>
              </a:pathLst>
            </a:custGeom>
            <a:solidFill>
              <a:schemeClr val="tx2">
                <a:alpha val="20000"/>
              </a:schemeClr>
            </a:solidFill>
            <a:ln>
              <a:noFill/>
            </a:ln>
          </p:spPr>
          <p:txBody>
            <a:bodyPr/>
            <a:lstStyle/>
            <a:p>
              <a:endParaRPr lang="en-US"/>
            </a:p>
          </p:txBody>
        </p:sp>
        <p:sp>
          <p:nvSpPr>
            <p:cNvPr id="29" name="Freeform 16"/>
            <p:cNvSpPr/>
            <p:nvPr/>
          </p:nvSpPr>
          <p:spPr bwMode="auto">
            <a:xfrm>
              <a:off x="2506663" y="285750"/>
              <a:ext cx="90488" cy="2493963"/>
            </a:xfrm>
            <a:custGeom>
              <a:avLst/>
              <a:gdLst/>
              <a:ahLst/>
              <a:cxnLst/>
              <a:rect l="0" t="0" r="r" b="b"/>
              <a:pathLst>
                <a:path w="23" h="635">
                  <a:moveTo>
                    <a:pt x="11" y="577"/>
                  </a:moveTo>
                  <a:cubicBezTo>
                    <a:pt x="12" y="581"/>
                    <a:pt x="12" y="585"/>
                    <a:pt x="12" y="589"/>
                  </a:cubicBezTo>
                  <a:cubicBezTo>
                    <a:pt x="15" y="603"/>
                    <a:pt x="19" y="617"/>
                    <a:pt x="22" y="632"/>
                  </a:cubicBezTo>
                  <a:cubicBezTo>
                    <a:pt x="22" y="633"/>
                    <a:pt x="22" y="634"/>
                    <a:pt x="23" y="635"/>
                  </a:cubicBezTo>
                  <a:cubicBezTo>
                    <a:pt x="21" y="615"/>
                    <a:pt x="19" y="596"/>
                    <a:pt x="17" y="576"/>
                  </a:cubicBezTo>
                  <a:cubicBezTo>
                    <a:pt x="9" y="474"/>
                    <a:pt x="5" y="372"/>
                    <a:pt x="5" y="269"/>
                  </a:cubicBezTo>
                  <a:cubicBezTo>
                    <a:pt x="6" y="179"/>
                    <a:pt x="9" y="90"/>
                    <a:pt x="15" y="0"/>
                  </a:cubicBezTo>
                  <a:cubicBezTo>
                    <a:pt x="12" y="0"/>
                    <a:pt x="12" y="0"/>
                    <a:pt x="12" y="0"/>
                  </a:cubicBezTo>
                  <a:cubicBezTo>
                    <a:pt x="5" y="89"/>
                    <a:pt x="2" y="179"/>
                    <a:pt x="1" y="269"/>
                  </a:cubicBezTo>
                  <a:cubicBezTo>
                    <a:pt x="0" y="372"/>
                    <a:pt x="3" y="474"/>
                    <a:pt x="11" y="577"/>
                  </a:cubicBezTo>
                  <a:close/>
                </a:path>
              </a:pathLst>
            </a:custGeom>
            <a:solidFill>
              <a:schemeClr val="tx2">
                <a:alpha val="20000"/>
              </a:schemeClr>
            </a:solidFill>
            <a:ln>
              <a:noFill/>
            </a:ln>
          </p:spPr>
          <p:txBody>
            <a:bodyPr/>
            <a:lstStyle/>
            <a:p>
              <a:endParaRPr lang="en-US"/>
            </a:p>
          </p:txBody>
        </p:sp>
        <p:sp>
          <p:nvSpPr>
            <p:cNvPr id="30" name="Freeform 17"/>
            <p:cNvSpPr/>
            <p:nvPr/>
          </p:nvSpPr>
          <p:spPr bwMode="auto">
            <a:xfrm>
              <a:off x="2554288" y="2598738"/>
              <a:ext cx="66675" cy="420688"/>
            </a:xfrm>
            <a:custGeom>
              <a:avLst/>
              <a:gdLst/>
              <a:ahLst/>
              <a:cxnLst/>
              <a:rect l="0" t="0" r="r" b="b"/>
              <a:pathLst>
                <a:path w="17" h="107">
                  <a:moveTo>
                    <a:pt x="0" y="0"/>
                  </a:moveTo>
                  <a:cubicBezTo>
                    <a:pt x="2" y="19"/>
                    <a:pt x="3" y="37"/>
                    <a:pt x="5" y="56"/>
                  </a:cubicBezTo>
                  <a:cubicBezTo>
                    <a:pt x="9" y="73"/>
                    <a:pt x="13" y="90"/>
                    <a:pt x="17" y="107"/>
                  </a:cubicBezTo>
                  <a:cubicBezTo>
                    <a:pt x="15" y="87"/>
                    <a:pt x="13" y="66"/>
                    <a:pt x="11" y="46"/>
                  </a:cubicBezTo>
                  <a:cubicBezTo>
                    <a:pt x="10" y="45"/>
                    <a:pt x="10" y="44"/>
                    <a:pt x="10" y="43"/>
                  </a:cubicBezTo>
                  <a:cubicBezTo>
                    <a:pt x="7" y="28"/>
                    <a:pt x="3" y="14"/>
                    <a:pt x="0" y="0"/>
                  </a:cubicBezTo>
                  <a:close/>
                </a:path>
              </a:pathLst>
            </a:custGeom>
            <a:solidFill>
              <a:schemeClr val="tx2">
                <a:alpha val="20000"/>
              </a:schemeClr>
            </a:solidFill>
            <a:ln>
              <a:noFill/>
            </a:ln>
          </p:spPr>
          <p:txBody>
            <a:bodyPr/>
            <a:lstStyle/>
            <a:p>
              <a:endParaRPr lang="en-US"/>
            </a:p>
          </p:txBody>
        </p:sp>
        <p:sp>
          <p:nvSpPr>
            <p:cNvPr id="31" name="Freeform 18"/>
            <p:cNvSpPr/>
            <p:nvPr/>
          </p:nvSpPr>
          <p:spPr bwMode="auto">
            <a:xfrm>
              <a:off x="3143251" y="4757738"/>
              <a:ext cx="161925" cy="873125"/>
            </a:xfrm>
            <a:custGeom>
              <a:avLst/>
              <a:gdLst/>
              <a:ahLst/>
              <a:cxnLst/>
              <a:rect l="0" t="0" r="r" b="b"/>
              <a:pathLst>
                <a:path w="41" h="222">
                  <a:moveTo>
                    <a:pt x="0" y="0"/>
                  </a:moveTo>
                  <a:cubicBezTo>
                    <a:pt x="0" y="31"/>
                    <a:pt x="2" y="62"/>
                    <a:pt x="5" y="93"/>
                  </a:cubicBezTo>
                  <a:cubicBezTo>
                    <a:pt x="8" y="117"/>
                    <a:pt x="12" y="142"/>
                    <a:pt x="17" y="166"/>
                  </a:cubicBezTo>
                  <a:cubicBezTo>
                    <a:pt x="19" y="172"/>
                    <a:pt x="22" y="178"/>
                    <a:pt x="24" y="184"/>
                  </a:cubicBezTo>
                  <a:cubicBezTo>
                    <a:pt x="30" y="197"/>
                    <a:pt x="35" y="209"/>
                    <a:pt x="41" y="222"/>
                  </a:cubicBezTo>
                  <a:cubicBezTo>
                    <a:pt x="40" y="219"/>
                    <a:pt x="39" y="215"/>
                    <a:pt x="38" y="212"/>
                  </a:cubicBezTo>
                  <a:cubicBezTo>
                    <a:pt x="26" y="172"/>
                    <a:pt x="18" y="132"/>
                    <a:pt x="13" y="92"/>
                  </a:cubicBezTo>
                  <a:cubicBezTo>
                    <a:pt x="11" y="68"/>
                    <a:pt x="9" y="45"/>
                    <a:pt x="8" y="22"/>
                  </a:cubicBezTo>
                  <a:cubicBezTo>
                    <a:pt x="8" y="21"/>
                    <a:pt x="7" y="20"/>
                    <a:pt x="7" y="18"/>
                  </a:cubicBezTo>
                  <a:cubicBezTo>
                    <a:pt x="5" y="12"/>
                    <a:pt x="2" y="6"/>
                    <a:pt x="0" y="0"/>
                  </a:cubicBezTo>
                  <a:close/>
                </a:path>
              </a:pathLst>
            </a:custGeom>
            <a:solidFill>
              <a:schemeClr val="tx2">
                <a:alpha val="20000"/>
              </a:schemeClr>
            </a:solidFill>
            <a:ln>
              <a:noFill/>
            </a:ln>
          </p:spPr>
          <p:txBody>
            <a:bodyPr/>
            <a:lstStyle/>
            <a:p>
              <a:endParaRPr lang="en-US"/>
            </a:p>
          </p:txBody>
        </p:sp>
        <p:sp>
          <p:nvSpPr>
            <p:cNvPr id="32" name="Freeform 19"/>
            <p:cNvSpPr/>
            <p:nvPr/>
          </p:nvSpPr>
          <p:spPr bwMode="auto">
            <a:xfrm>
              <a:off x="3148013" y="1282700"/>
              <a:ext cx="1768475" cy="3448050"/>
            </a:xfrm>
            <a:custGeom>
              <a:avLst/>
              <a:gdLst/>
              <a:ahLst/>
              <a:cxnLst/>
              <a:rect l="0" t="0" r="r" b="b"/>
              <a:pathLst>
                <a:path w="450" h="878">
                  <a:moveTo>
                    <a:pt x="7" y="854"/>
                  </a:moveTo>
                  <a:cubicBezTo>
                    <a:pt x="10" y="772"/>
                    <a:pt x="26" y="691"/>
                    <a:pt x="50" y="613"/>
                  </a:cubicBezTo>
                  <a:cubicBezTo>
                    <a:pt x="75" y="535"/>
                    <a:pt x="109" y="460"/>
                    <a:pt x="149" y="388"/>
                  </a:cubicBezTo>
                  <a:cubicBezTo>
                    <a:pt x="189" y="316"/>
                    <a:pt x="235" y="248"/>
                    <a:pt x="285" y="183"/>
                  </a:cubicBezTo>
                  <a:cubicBezTo>
                    <a:pt x="310" y="151"/>
                    <a:pt x="337" y="119"/>
                    <a:pt x="364" y="89"/>
                  </a:cubicBezTo>
                  <a:cubicBezTo>
                    <a:pt x="378" y="74"/>
                    <a:pt x="392" y="58"/>
                    <a:pt x="406" y="44"/>
                  </a:cubicBezTo>
                  <a:cubicBezTo>
                    <a:pt x="421" y="29"/>
                    <a:pt x="435" y="15"/>
                    <a:pt x="450" y="1"/>
                  </a:cubicBezTo>
                  <a:cubicBezTo>
                    <a:pt x="450" y="0"/>
                    <a:pt x="450" y="0"/>
                    <a:pt x="450" y="0"/>
                  </a:cubicBezTo>
                  <a:cubicBezTo>
                    <a:pt x="434" y="14"/>
                    <a:pt x="420" y="28"/>
                    <a:pt x="405" y="43"/>
                  </a:cubicBezTo>
                  <a:cubicBezTo>
                    <a:pt x="391" y="57"/>
                    <a:pt x="377" y="72"/>
                    <a:pt x="363" y="88"/>
                  </a:cubicBezTo>
                  <a:cubicBezTo>
                    <a:pt x="335" y="118"/>
                    <a:pt x="308" y="149"/>
                    <a:pt x="283" y="181"/>
                  </a:cubicBezTo>
                  <a:cubicBezTo>
                    <a:pt x="232" y="246"/>
                    <a:pt x="185" y="314"/>
                    <a:pt x="145" y="386"/>
                  </a:cubicBezTo>
                  <a:cubicBezTo>
                    <a:pt x="104" y="457"/>
                    <a:pt x="70" y="533"/>
                    <a:pt x="45" y="611"/>
                  </a:cubicBezTo>
                  <a:cubicBezTo>
                    <a:pt x="19" y="690"/>
                    <a:pt x="3" y="771"/>
                    <a:pt x="0" y="854"/>
                  </a:cubicBezTo>
                  <a:cubicBezTo>
                    <a:pt x="0" y="856"/>
                    <a:pt x="0" y="857"/>
                    <a:pt x="0" y="859"/>
                  </a:cubicBezTo>
                  <a:cubicBezTo>
                    <a:pt x="2" y="865"/>
                    <a:pt x="4" y="872"/>
                    <a:pt x="7" y="878"/>
                  </a:cubicBezTo>
                  <a:cubicBezTo>
                    <a:pt x="7" y="870"/>
                    <a:pt x="7" y="862"/>
                    <a:pt x="7" y="854"/>
                  </a:cubicBezTo>
                  <a:close/>
                </a:path>
              </a:pathLst>
            </a:custGeom>
            <a:solidFill>
              <a:schemeClr val="tx2">
                <a:alpha val="20000"/>
              </a:schemeClr>
            </a:solidFill>
            <a:ln>
              <a:noFill/>
            </a:ln>
          </p:spPr>
          <p:txBody>
            <a:bodyPr/>
            <a:lstStyle/>
            <a:p>
              <a:endParaRPr lang="en-US"/>
            </a:p>
          </p:txBody>
        </p:sp>
        <p:sp>
          <p:nvSpPr>
            <p:cNvPr id="33" name="Freeform 20"/>
            <p:cNvSpPr/>
            <p:nvPr/>
          </p:nvSpPr>
          <p:spPr bwMode="auto">
            <a:xfrm>
              <a:off x="3273426" y="5653088"/>
              <a:ext cx="138113" cy="287338"/>
            </a:xfrm>
            <a:custGeom>
              <a:avLst/>
              <a:gdLst/>
              <a:ahLst/>
              <a:cxnLst/>
              <a:rect l="0" t="0" r="r" b="b"/>
              <a:pathLst>
                <a:path w="35" h="73">
                  <a:moveTo>
                    <a:pt x="0" y="0"/>
                  </a:moveTo>
                  <a:cubicBezTo>
                    <a:pt x="7" y="24"/>
                    <a:pt x="16" y="49"/>
                    <a:pt x="26" y="73"/>
                  </a:cubicBezTo>
                  <a:cubicBezTo>
                    <a:pt x="35" y="73"/>
                    <a:pt x="35" y="73"/>
                    <a:pt x="35" y="73"/>
                  </a:cubicBezTo>
                  <a:cubicBezTo>
                    <a:pt x="23" y="49"/>
                    <a:pt x="11" y="24"/>
                    <a:pt x="0" y="0"/>
                  </a:cubicBezTo>
                  <a:close/>
                </a:path>
              </a:pathLst>
            </a:custGeom>
            <a:solidFill>
              <a:schemeClr val="tx2">
                <a:alpha val="20000"/>
              </a:schemeClr>
            </a:solidFill>
            <a:ln>
              <a:noFill/>
            </a:ln>
          </p:spPr>
          <p:txBody>
            <a:bodyPr/>
            <a:lstStyle/>
            <a:p>
              <a:endParaRPr lang="en-US"/>
            </a:p>
          </p:txBody>
        </p:sp>
        <p:sp>
          <p:nvSpPr>
            <p:cNvPr id="34" name="Freeform 21"/>
            <p:cNvSpPr/>
            <p:nvPr/>
          </p:nvSpPr>
          <p:spPr bwMode="auto">
            <a:xfrm>
              <a:off x="3143251" y="4656138"/>
              <a:ext cx="31750" cy="188913"/>
            </a:xfrm>
            <a:custGeom>
              <a:avLst/>
              <a:gdLst/>
              <a:ahLst/>
              <a:cxnLst/>
              <a:rect l="0" t="0" r="r" b="b"/>
              <a:pathLst>
                <a:path w="8" h="48">
                  <a:moveTo>
                    <a:pt x="7" y="44"/>
                  </a:moveTo>
                  <a:cubicBezTo>
                    <a:pt x="7" y="46"/>
                    <a:pt x="8" y="47"/>
                    <a:pt x="8" y="48"/>
                  </a:cubicBezTo>
                  <a:cubicBezTo>
                    <a:pt x="8" y="38"/>
                    <a:pt x="8" y="29"/>
                    <a:pt x="8" y="19"/>
                  </a:cubicBezTo>
                  <a:cubicBezTo>
                    <a:pt x="5" y="13"/>
                    <a:pt x="3" y="6"/>
                    <a:pt x="1" y="0"/>
                  </a:cubicBezTo>
                  <a:cubicBezTo>
                    <a:pt x="0" y="9"/>
                    <a:pt x="0" y="17"/>
                    <a:pt x="0" y="26"/>
                  </a:cubicBezTo>
                  <a:cubicBezTo>
                    <a:pt x="2" y="32"/>
                    <a:pt x="5" y="38"/>
                    <a:pt x="7" y="44"/>
                  </a:cubicBezTo>
                  <a:close/>
                </a:path>
              </a:pathLst>
            </a:custGeom>
            <a:solidFill>
              <a:schemeClr val="tx2">
                <a:alpha val="20000"/>
              </a:schemeClr>
            </a:solidFill>
            <a:ln>
              <a:noFill/>
            </a:ln>
          </p:spPr>
          <p:txBody>
            <a:bodyPr/>
            <a:lstStyle/>
            <a:p>
              <a:endParaRPr lang="en-US"/>
            </a:p>
          </p:txBody>
        </p:sp>
        <p:sp>
          <p:nvSpPr>
            <p:cNvPr id="35" name="Freeform 22"/>
            <p:cNvSpPr/>
            <p:nvPr/>
          </p:nvSpPr>
          <p:spPr bwMode="auto">
            <a:xfrm>
              <a:off x="3211513" y="5410200"/>
              <a:ext cx="203200" cy="530225"/>
            </a:xfrm>
            <a:custGeom>
              <a:avLst/>
              <a:gdLst/>
              <a:ahLst/>
              <a:cxnLst/>
              <a:rect l="0" t="0" r="r" b="b"/>
              <a:pathLst>
                <a:path w="52" h="135">
                  <a:moveTo>
                    <a:pt x="7" y="18"/>
                  </a:moveTo>
                  <a:cubicBezTo>
                    <a:pt x="5" y="12"/>
                    <a:pt x="2" y="6"/>
                    <a:pt x="0" y="0"/>
                  </a:cubicBezTo>
                  <a:cubicBezTo>
                    <a:pt x="3" y="16"/>
                    <a:pt x="7" y="32"/>
                    <a:pt x="12" y="48"/>
                  </a:cubicBezTo>
                  <a:cubicBezTo>
                    <a:pt x="13" y="53"/>
                    <a:pt x="14" y="57"/>
                    <a:pt x="16" y="62"/>
                  </a:cubicBezTo>
                  <a:cubicBezTo>
                    <a:pt x="27" y="86"/>
                    <a:pt x="39" y="111"/>
                    <a:pt x="51" y="135"/>
                  </a:cubicBezTo>
                  <a:cubicBezTo>
                    <a:pt x="52" y="135"/>
                    <a:pt x="52" y="135"/>
                    <a:pt x="52" y="135"/>
                  </a:cubicBezTo>
                  <a:cubicBezTo>
                    <a:pt x="41" y="109"/>
                    <a:pt x="32" y="83"/>
                    <a:pt x="24" y="56"/>
                  </a:cubicBezTo>
                  <a:cubicBezTo>
                    <a:pt x="18" y="43"/>
                    <a:pt x="13" y="31"/>
                    <a:pt x="7" y="18"/>
                  </a:cubicBezTo>
                  <a:close/>
                </a:path>
              </a:pathLst>
            </a:custGeom>
            <a:solidFill>
              <a:schemeClr val="tx2">
                <a:alpha val="20000"/>
              </a:schemeClr>
            </a:solidFill>
            <a:ln>
              <a:noFill/>
            </a:ln>
          </p:spPr>
          <p:txBody>
            <a:bodyPr/>
            <a:lstStyle/>
            <a:p>
              <a:endParaRPr lang="en-US"/>
            </a:p>
          </p:txBody>
        </p:sp>
      </p:grpSp>
      <p:grpSp>
        <p:nvGrpSpPr>
          <p:cNvPr id="10" name="Group 9"/>
          <p:cNvGrpSpPr/>
          <p:nvPr/>
        </p:nvGrpSpPr>
        <p:grpSpPr>
          <a:xfrm>
            <a:off x="27221" y="-786"/>
            <a:ext cx="2356674" cy="6854039"/>
            <a:chOff x="6627813" y="194833"/>
            <a:chExt cx="1952625" cy="5678918"/>
          </a:xfrm>
        </p:grpSpPr>
        <p:sp>
          <p:nvSpPr>
            <p:cNvPr id="11" name="Freeform 27"/>
            <p:cNvSpPr/>
            <p:nvPr/>
          </p:nvSpPr>
          <p:spPr bwMode="auto">
            <a:xfrm>
              <a:off x="6627813" y="194833"/>
              <a:ext cx="409575" cy="3646488"/>
            </a:xfrm>
            <a:custGeom>
              <a:avLst/>
              <a:gdLst/>
              <a:ahLst/>
              <a:cxnLst/>
              <a:rect l="0" t="0" r="r" b="b"/>
              <a:pathLst>
                <a:path w="103" h="920">
                  <a:moveTo>
                    <a:pt x="7" y="210"/>
                  </a:moveTo>
                  <a:cubicBezTo>
                    <a:pt x="11" y="288"/>
                    <a:pt x="17" y="367"/>
                    <a:pt x="26" y="445"/>
                  </a:cubicBezTo>
                  <a:cubicBezTo>
                    <a:pt x="34" y="523"/>
                    <a:pt x="44" y="601"/>
                    <a:pt x="57" y="679"/>
                  </a:cubicBezTo>
                  <a:cubicBezTo>
                    <a:pt x="69" y="757"/>
                    <a:pt x="84" y="834"/>
                    <a:pt x="101" y="911"/>
                  </a:cubicBezTo>
                  <a:cubicBezTo>
                    <a:pt x="102" y="914"/>
                    <a:pt x="103" y="917"/>
                    <a:pt x="103" y="920"/>
                  </a:cubicBezTo>
                  <a:cubicBezTo>
                    <a:pt x="102" y="905"/>
                    <a:pt x="100" y="889"/>
                    <a:pt x="99" y="874"/>
                  </a:cubicBezTo>
                  <a:cubicBezTo>
                    <a:pt x="99" y="871"/>
                    <a:pt x="99" y="868"/>
                    <a:pt x="99" y="866"/>
                  </a:cubicBezTo>
                  <a:cubicBezTo>
                    <a:pt x="85" y="803"/>
                    <a:pt x="73" y="741"/>
                    <a:pt x="63" y="678"/>
                  </a:cubicBezTo>
                  <a:cubicBezTo>
                    <a:pt x="50" y="600"/>
                    <a:pt x="39" y="523"/>
                    <a:pt x="30" y="444"/>
                  </a:cubicBezTo>
                  <a:cubicBezTo>
                    <a:pt x="21" y="366"/>
                    <a:pt x="14" y="288"/>
                    <a:pt x="9" y="209"/>
                  </a:cubicBezTo>
                  <a:cubicBezTo>
                    <a:pt x="7" y="170"/>
                    <a:pt x="5" y="131"/>
                    <a:pt x="3" y="92"/>
                  </a:cubicBezTo>
                  <a:cubicBezTo>
                    <a:pt x="2" y="61"/>
                    <a:pt x="1" y="31"/>
                    <a:pt x="1" y="0"/>
                  </a:cubicBezTo>
                  <a:cubicBezTo>
                    <a:pt x="0" y="0"/>
                    <a:pt x="0" y="0"/>
                    <a:pt x="0" y="0"/>
                  </a:cubicBezTo>
                  <a:cubicBezTo>
                    <a:pt x="0" y="31"/>
                    <a:pt x="1" y="61"/>
                    <a:pt x="1" y="92"/>
                  </a:cubicBezTo>
                  <a:cubicBezTo>
                    <a:pt x="3" y="131"/>
                    <a:pt x="4" y="170"/>
                    <a:pt x="7" y="210"/>
                  </a:cubicBezTo>
                  <a:close/>
                </a:path>
              </a:pathLst>
            </a:custGeom>
            <a:solidFill>
              <a:schemeClr val="tx2"/>
            </a:solidFill>
            <a:ln>
              <a:noFill/>
            </a:ln>
          </p:spPr>
          <p:txBody>
            <a:bodyPr/>
            <a:lstStyle/>
            <a:p>
              <a:endParaRPr lang="en-US"/>
            </a:p>
          </p:txBody>
        </p:sp>
        <p:sp>
          <p:nvSpPr>
            <p:cNvPr id="12" name="Freeform 28"/>
            <p:cNvSpPr/>
            <p:nvPr/>
          </p:nvSpPr>
          <p:spPr bwMode="auto">
            <a:xfrm>
              <a:off x="7061201" y="3771900"/>
              <a:ext cx="350838" cy="1309688"/>
            </a:xfrm>
            <a:custGeom>
              <a:avLst/>
              <a:gdLst/>
              <a:ahLst/>
              <a:cxnLst/>
              <a:rect l="0" t="0" r="r" b="b"/>
              <a:pathLst>
                <a:path w="88" h="330">
                  <a:moveTo>
                    <a:pt x="53" y="229"/>
                  </a:moveTo>
                  <a:cubicBezTo>
                    <a:pt x="64" y="263"/>
                    <a:pt x="75" y="297"/>
                    <a:pt x="88" y="330"/>
                  </a:cubicBezTo>
                  <a:cubicBezTo>
                    <a:pt x="88" y="323"/>
                    <a:pt x="88" y="315"/>
                    <a:pt x="88" y="308"/>
                  </a:cubicBezTo>
                  <a:cubicBezTo>
                    <a:pt x="88" y="307"/>
                    <a:pt x="88" y="305"/>
                    <a:pt x="88" y="304"/>
                  </a:cubicBezTo>
                  <a:cubicBezTo>
                    <a:pt x="79" y="278"/>
                    <a:pt x="70" y="252"/>
                    <a:pt x="62" y="226"/>
                  </a:cubicBezTo>
                  <a:cubicBezTo>
                    <a:pt x="38" y="152"/>
                    <a:pt x="17" y="76"/>
                    <a:pt x="0" y="0"/>
                  </a:cubicBezTo>
                  <a:cubicBezTo>
                    <a:pt x="2" y="21"/>
                    <a:pt x="4" y="42"/>
                    <a:pt x="7" y="63"/>
                  </a:cubicBezTo>
                  <a:cubicBezTo>
                    <a:pt x="21" y="119"/>
                    <a:pt x="36" y="174"/>
                    <a:pt x="53" y="229"/>
                  </a:cubicBezTo>
                  <a:close/>
                </a:path>
              </a:pathLst>
            </a:custGeom>
            <a:solidFill>
              <a:schemeClr val="tx2"/>
            </a:solidFill>
            <a:ln>
              <a:noFill/>
            </a:ln>
          </p:spPr>
          <p:txBody>
            <a:bodyPr/>
            <a:lstStyle/>
            <a:p>
              <a:endParaRPr lang="en-US"/>
            </a:p>
          </p:txBody>
        </p:sp>
        <p:sp>
          <p:nvSpPr>
            <p:cNvPr id="13" name="Freeform 29"/>
            <p:cNvSpPr/>
            <p:nvPr/>
          </p:nvSpPr>
          <p:spPr bwMode="auto">
            <a:xfrm>
              <a:off x="7439026" y="5053013"/>
              <a:ext cx="357188" cy="820738"/>
            </a:xfrm>
            <a:custGeom>
              <a:avLst/>
              <a:gdLst/>
              <a:ahLst/>
              <a:cxnLst/>
              <a:rect l="0" t="0" r="r" b="b"/>
              <a:pathLst>
                <a:path w="90" h="207">
                  <a:moveTo>
                    <a:pt x="6" y="15"/>
                  </a:moveTo>
                  <a:cubicBezTo>
                    <a:pt x="4" y="10"/>
                    <a:pt x="2" y="5"/>
                    <a:pt x="0" y="0"/>
                  </a:cubicBezTo>
                  <a:cubicBezTo>
                    <a:pt x="0" y="9"/>
                    <a:pt x="0" y="19"/>
                    <a:pt x="1" y="29"/>
                  </a:cubicBezTo>
                  <a:cubicBezTo>
                    <a:pt x="14" y="62"/>
                    <a:pt x="27" y="95"/>
                    <a:pt x="42" y="127"/>
                  </a:cubicBezTo>
                  <a:cubicBezTo>
                    <a:pt x="54" y="154"/>
                    <a:pt x="67" y="181"/>
                    <a:pt x="80" y="207"/>
                  </a:cubicBezTo>
                  <a:cubicBezTo>
                    <a:pt x="90" y="207"/>
                    <a:pt x="90" y="207"/>
                    <a:pt x="90" y="207"/>
                  </a:cubicBezTo>
                  <a:cubicBezTo>
                    <a:pt x="76" y="180"/>
                    <a:pt x="63" y="152"/>
                    <a:pt x="50" y="123"/>
                  </a:cubicBezTo>
                  <a:cubicBezTo>
                    <a:pt x="34" y="88"/>
                    <a:pt x="20" y="51"/>
                    <a:pt x="6" y="15"/>
                  </a:cubicBezTo>
                  <a:close/>
                </a:path>
              </a:pathLst>
            </a:custGeom>
            <a:solidFill>
              <a:schemeClr val="tx2"/>
            </a:solidFill>
            <a:ln>
              <a:noFill/>
            </a:ln>
          </p:spPr>
          <p:txBody>
            <a:bodyPr/>
            <a:lstStyle/>
            <a:p>
              <a:endParaRPr lang="en-US"/>
            </a:p>
          </p:txBody>
        </p:sp>
        <p:sp>
          <p:nvSpPr>
            <p:cNvPr id="14" name="Freeform 30"/>
            <p:cNvSpPr/>
            <p:nvPr/>
          </p:nvSpPr>
          <p:spPr bwMode="auto">
            <a:xfrm>
              <a:off x="7037388" y="3811588"/>
              <a:ext cx="457200" cy="1852613"/>
            </a:xfrm>
            <a:custGeom>
              <a:avLst/>
              <a:gdLst/>
              <a:ahLst/>
              <a:cxnLst/>
              <a:rect l="0" t="0" r="r" b="b"/>
              <a:pathLst>
                <a:path w="115" h="467">
                  <a:moveTo>
                    <a:pt x="101" y="409"/>
                  </a:moveTo>
                  <a:cubicBezTo>
                    <a:pt x="93" y="388"/>
                    <a:pt x="85" y="366"/>
                    <a:pt x="78" y="344"/>
                  </a:cubicBezTo>
                  <a:cubicBezTo>
                    <a:pt x="57" y="281"/>
                    <a:pt x="41" y="216"/>
                    <a:pt x="29" y="151"/>
                  </a:cubicBezTo>
                  <a:cubicBezTo>
                    <a:pt x="22" y="119"/>
                    <a:pt x="17" y="86"/>
                    <a:pt x="13" y="53"/>
                  </a:cubicBezTo>
                  <a:cubicBezTo>
                    <a:pt x="9" y="35"/>
                    <a:pt x="4" y="18"/>
                    <a:pt x="0" y="0"/>
                  </a:cubicBezTo>
                  <a:cubicBezTo>
                    <a:pt x="5" y="51"/>
                    <a:pt x="12" y="102"/>
                    <a:pt x="21" y="152"/>
                  </a:cubicBezTo>
                  <a:cubicBezTo>
                    <a:pt x="33" y="218"/>
                    <a:pt x="49" y="283"/>
                    <a:pt x="69" y="347"/>
                  </a:cubicBezTo>
                  <a:cubicBezTo>
                    <a:pt x="79" y="378"/>
                    <a:pt x="90" y="410"/>
                    <a:pt x="103" y="441"/>
                  </a:cubicBezTo>
                  <a:cubicBezTo>
                    <a:pt x="107" y="449"/>
                    <a:pt x="111" y="458"/>
                    <a:pt x="115" y="467"/>
                  </a:cubicBezTo>
                  <a:cubicBezTo>
                    <a:pt x="114" y="464"/>
                    <a:pt x="113" y="461"/>
                    <a:pt x="112" y="458"/>
                  </a:cubicBezTo>
                  <a:cubicBezTo>
                    <a:pt x="108" y="442"/>
                    <a:pt x="104" y="425"/>
                    <a:pt x="101" y="409"/>
                  </a:cubicBezTo>
                  <a:close/>
                </a:path>
              </a:pathLst>
            </a:custGeom>
            <a:solidFill>
              <a:schemeClr val="tx2"/>
            </a:solidFill>
            <a:ln>
              <a:noFill/>
            </a:ln>
          </p:spPr>
          <p:txBody>
            <a:bodyPr/>
            <a:lstStyle/>
            <a:p>
              <a:endParaRPr lang="en-US"/>
            </a:p>
          </p:txBody>
        </p:sp>
        <p:sp>
          <p:nvSpPr>
            <p:cNvPr id="15" name="Freeform 31"/>
            <p:cNvSpPr/>
            <p:nvPr/>
          </p:nvSpPr>
          <p:spPr bwMode="auto">
            <a:xfrm>
              <a:off x="6992938" y="1263650"/>
              <a:ext cx="144463" cy="2508250"/>
            </a:xfrm>
            <a:custGeom>
              <a:avLst/>
              <a:gdLst/>
              <a:ahLst/>
              <a:cxnLst/>
              <a:rect l="0" t="0" r="r" b="b"/>
              <a:pathLst>
                <a:path w="36" h="633">
                  <a:moveTo>
                    <a:pt x="17" y="633"/>
                  </a:moveTo>
                  <a:cubicBezTo>
                    <a:pt x="15" y="621"/>
                    <a:pt x="14" y="609"/>
                    <a:pt x="13" y="597"/>
                  </a:cubicBezTo>
                  <a:cubicBezTo>
                    <a:pt x="8" y="530"/>
                    <a:pt x="5" y="464"/>
                    <a:pt x="5" y="398"/>
                  </a:cubicBezTo>
                  <a:cubicBezTo>
                    <a:pt x="5" y="331"/>
                    <a:pt x="8" y="265"/>
                    <a:pt x="13" y="198"/>
                  </a:cubicBezTo>
                  <a:cubicBezTo>
                    <a:pt x="15" y="165"/>
                    <a:pt x="18" y="132"/>
                    <a:pt x="22" y="99"/>
                  </a:cubicBezTo>
                  <a:cubicBezTo>
                    <a:pt x="26" y="66"/>
                    <a:pt x="30" y="33"/>
                    <a:pt x="36" y="0"/>
                  </a:cubicBezTo>
                  <a:cubicBezTo>
                    <a:pt x="35" y="0"/>
                    <a:pt x="35" y="0"/>
                    <a:pt x="35" y="0"/>
                  </a:cubicBezTo>
                  <a:cubicBezTo>
                    <a:pt x="29" y="33"/>
                    <a:pt x="24" y="66"/>
                    <a:pt x="20" y="99"/>
                  </a:cubicBezTo>
                  <a:cubicBezTo>
                    <a:pt x="16" y="132"/>
                    <a:pt x="13" y="165"/>
                    <a:pt x="10" y="198"/>
                  </a:cubicBezTo>
                  <a:cubicBezTo>
                    <a:pt x="4" y="264"/>
                    <a:pt x="1" y="331"/>
                    <a:pt x="1" y="398"/>
                  </a:cubicBezTo>
                  <a:cubicBezTo>
                    <a:pt x="0" y="461"/>
                    <a:pt x="2" y="525"/>
                    <a:pt x="7" y="589"/>
                  </a:cubicBezTo>
                  <a:cubicBezTo>
                    <a:pt x="10" y="603"/>
                    <a:pt x="13" y="618"/>
                    <a:pt x="16" y="632"/>
                  </a:cubicBezTo>
                  <a:cubicBezTo>
                    <a:pt x="16" y="632"/>
                    <a:pt x="17" y="633"/>
                    <a:pt x="17" y="633"/>
                  </a:cubicBezTo>
                  <a:close/>
                </a:path>
              </a:pathLst>
            </a:custGeom>
            <a:solidFill>
              <a:schemeClr val="tx2"/>
            </a:solidFill>
            <a:ln>
              <a:noFill/>
            </a:ln>
          </p:spPr>
          <p:txBody>
            <a:bodyPr/>
            <a:lstStyle/>
            <a:p>
              <a:endParaRPr lang="en-US"/>
            </a:p>
          </p:txBody>
        </p:sp>
        <p:sp>
          <p:nvSpPr>
            <p:cNvPr id="16" name="Freeform 32"/>
            <p:cNvSpPr/>
            <p:nvPr/>
          </p:nvSpPr>
          <p:spPr bwMode="auto">
            <a:xfrm>
              <a:off x="7526338" y="5640388"/>
              <a:ext cx="111125" cy="233363"/>
            </a:xfrm>
            <a:custGeom>
              <a:avLst/>
              <a:gdLst/>
              <a:ahLst/>
              <a:cxnLst/>
              <a:rect l="0" t="0" r="r" b="b"/>
              <a:pathLst>
                <a:path w="28" h="59">
                  <a:moveTo>
                    <a:pt x="22" y="59"/>
                  </a:moveTo>
                  <a:cubicBezTo>
                    <a:pt x="28" y="59"/>
                    <a:pt x="28" y="59"/>
                    <a:pt x="28" y="59"/>
                  </a:cubicBezTo>
                  <a:cubicBezTo>
                    <a:pt x="18" y="40"/>
                    <a:pt x="9" y="20"/>
                    <a:pt x="0" y="0"/>
                  </a:cubicBezTo>
                  <a:cubicBezTo>
                    <a:pt x="6" y="20"/>
                    <a:pt x="13" y="40"/>
                    <a:pt x="22" y="59"/>
                  </a:cubicBezTo>
                  <a:close/>
                </a:path>
              </a:pathLst>
            </a:custGeom>
            <a:solidFill>
              <a:schemeClr val="tx2"/>
            </a:solidFill>
            <a:ln>
              <a:noFill/>
            </a:ln>
          </p:spPr>
          <p:txBody>
            <a:bodyPr/>
            <a:lstStyle/>
            <a:p>
              <a:endParaRPr lang="en-US"/>
            </a:p>
          </p:txBody>
        </p:sp>
        <p:sp>
          <p:nvSpPr>
            <p:cNvPr id="17" name="Freeform 33"/>
            <p:cNvSpPr/>
            <p:nvPr/>
          </p:nvSpPr>
          <p:spPr bwMode="auto">
            <a:xfrm>
              <a:off x="7021513" y="3598863"/>
              <a:ext cx="68263" cy="423863"/>
            </a:xfrm>
            <a:custGeom>
              <a:avLst/>
              <a:gdLst/>
              <a:ahLst/>
              <a:cxnLst/>
              <a:rect l="0" t="0" r="r" b="b"/>
              <a:pathLst>
                <a:path w="17" h="107">
                  <a:moveTo>
                    <a:pt x="4" y="54"/>
                  </a:moveTo>
                  <a:cubicBezTo>
                    <a:pt x="8" y="72"/>
                    <a:pt x="13" y="89"/>
                    <a:pt x="17" y="107"/>
                  </a:cubicBezTo>
                  <a:cubicBezTo>
                    <a:pt x="14" y="86"/>
                    <a:pt x="12" y="65"/>
                    <a:pt x="10" y="44"/>
                  </a:cubicBezTo>
                  <a:cubicBezTo>
                    <a:pt x="10" y="44"/>
                    <a:pt x="9" y="43"/>
                    <a:pt x="9" y="43"/>
                  </a:cubicBezTo>
                  <a:cubicBezTo>
                    <a:pt x="6" y="29"/>
                    <a:pt x="3" y="14"/>
                    <a:pt x="0" y="0"/>
                  </a:cubicBezTo>
                  <a:cubicBezTo>
                    <a:pt x="0" y="2"/>
                    <a:pt x="0" y="5"/>
                    <a:pt x="0" y="8"/>
                  </a:cubicBezTo>
                  <a:cubicBezTo>
                    <a:pt x="1" y="23"/>
                    <a:pt x="3" y="39"/>
                    <a:pt x="4" y="54"/>
                  </a:cubicBezTo>
                  <a:close/>
                </a:path>
              </a:pathLst>
            </a:custGeom>
            <a:solidFill>
              <a:schemeClr val="tx2"/>
            </a:solidFill>
            <a:ln>
              <a:noFill/>
            </a:ln>
          </p:spPr>
          <p:txBody>
            <a:bodyPr/>
            <a:lstStyle/>
            <a:p>
              <a:endParaRPr lang="en-US"/>
            </a:p>
          </p:txBody>
        </p:sp>
        <p:sp>
          <p:nvSpPr>
            <p:cNvPr id="18" name="Freeform 34"/>
            <p:cNvSpPr/>
            <p:nvPr/>
          </p:nvSpPr>
          <p:spPr bwMode="auto">
            <a:xfrm>
              <a:off x="7412038" y="2801938"/>
              <a:ext cx="1168400" cy="2251075"/>
            </a:xfrm>
            <a:custGeom>
              <a:avLst/>
              <a:gdLst/>
              <a:ahLst/>
              <a:cxnLst/>
              <a:rect l="0" t="0" r="r" b="b"/>
              <a:pathLst>
                <a:path w="294" h="568">
                  <a:moveTo>
                    <a:pt x="8" y="553"/>
                  </a:moveTo>
                  <a:cubicBezTo>
                    <a:pt x="9" y="501"/>
                    <a:pt x="19" y="448"/>
                    <a:pt x="35" y="397"/>
                  </a:cubicBezTo>
                  <a:cubicBezTo>
                    <a:pt x="51" y="347"/>
                    <a:pt x="73" y="298"/>
                    <a:pt x="99" y="252"/>
                  </a:cubicBezTo>
                  <a:cubicBezTo>
                    <a:pt x="124" y="205"/>
                    <a:pt x="154" y="161"/>
                    <a:pt x="187" y="119"/>
                  </a:cubicBezTo>
                  <a:cubicBezTo>
                    <a:pt x="203" y="98"/>
                    <a:pt x="220" y="77"/>
                    <a:pt x="238" y="58"/>
                  </a:cubicBezTo>
                  <a:cubicBezTo>
                    <a:pt x="247" y="48"/>
                    <a:pt x="256" y="38"/>
                    <a:pt x="265" y="28"/>
                  </a:cubicBezTo>
                  <a:cubicBezTo>
                    <a:pt x="274" y="19"/>
                    <a:pt x="284" y="9"/>
                    <a:pt x="294" y="0"/>
                  </a:cubicBezTo>
                  <a:cubicBezTo>
                    <a:pt x="293" y="0"/>
                    <a:pt x="293" y="0"/>
                    <a:pt x="293" y="0"/>
                  </a:cubicBezTo>
                  <a:cubicBezTo>
                    <a:pt x="283" y="9"/>
                    <a:pt x="273" y="18"/>
                    <a:pt x="264" y="27"/>
                  </a:cubicBezTo>
                  <a:cubicBezTo>
                    <a:pt x="255" y="37"/>
                    <a:pt x="246" y="47"/>
                    <a:pt x="237" y="56"/>
                  </a:cubicBezTo>
                  <a:cubicBezTo>
                    <a:pt x="218" y="76"/>
                    <a:pt x="201" y="96"/>
                    <a:pt x="185" y="117"/>
                  </a:cubicBezTo>
                  <a:cubicBezTo>
                    <a:pt x="151" y="159"/>
                    <a:pt x="121" y="203"/>
                    <a:pt x="95" y="249"/>
                  </a:cubicBezTo>
                  <a:cubicBezTo>
                    <a:pt x="68" y="296"/>
                    <a:pt x="46" y="345"/>
                    <a:pt x="30" y="396"/>
                  </a:cubicBezTo>
                  <a:cubicBezTo>
                    <a:pt x="13" y="445"/>
                    <a:pt x="3" y="497"/>
                    <a:pt x="0" y="549"/>
                  </a:cubicBezTo>
                  <a:cubicBezTo>
                    <a:pt x="3" y="555"/>
                    <a:pt x="5" y="561"/>
                    <a:pt x="7" y="568"/>
                  </a:cubicBezTo>
                  <a:cubicBezTo>
                    <a:pt x="7" y="563"/>
                    <a:pt x="7" y="558"/>
                    <a:pt x="8" y="553"/>
                  </a:cubicBezTo>
                  <a:close/>
                </a:path>
              </a:pathLst>
            </a:custGeom>
            <a:solidFill>
              <a:schemeClr val="tx2"/>
            </a:solidFill>
            <a:ln>
              <a:noFill/>
            </a:ln>
          </p:spPr>
          <p:txBody>
            <a:bodyPr/>
            <a:lstStyle/>
            <a:p>
              <a:endParaRPr lang="en-US"/>
            </a:p>
          </p:txBody>
        </p:sp>
        <p:sp>
          <p:nvSpPr>
            <p:cNvPr id="19" name="Freeform 35"/>
            <p:cNvSpPr/>
            <p:nvPr/>
          </p:nvSpPr>
          <p:spPr bwMode="auto">
            <a:xfrm>
              <a:off x="7494588" y="5664200"/>
              <a:ext cx="100013" cy="209550"/>
            </a:xfrm>
            <a:custGeom>
              <a:avLst/>
              <a:gdLst/>
              <a:ahLst/>
              <a:cxnLst/>
              <a:rect l="0" t="0" r="r" b="b"/>
              <a:pathLst>
                <a:path w="25" h="53">
                  <a:moveTo>
                    <a:pt x="0" y="0"/>
                  </a:moveTo>
                  <a:cubicBezTo>
                    <a:pt x="5" y="18"/>
                    <a:pt x="12" y="36"/>
                    <a:pt x="19" y="53"/>
                  </a:cubicBezTo>
                  <a:cubicBezTo>
                    <a:pt x="25" y="53"/>
                    <a:pt x="25" y="53"/>
                    <a:pt x="25" y="53"/>
                  </a:cubicBezTo>
                  <a:cubicBezTo>
                    <a:pt x="16" y="36"/>
                    <a:pt x="8" y="18"/>
                    <a:pt x="0" y="0"/>
                  </a:cubicBezTo>
                  <a:close/>
                </a:path>
              </a:pathLst>
            </a:custGeom>
            <a:solidFill>
              <a:schemeClr val="tx2"/>
            </a:solidFill>
            <a:ln>
              <a:noFill/>
            </a:ln>
          </p:spPr>
          <p:txBody>
            <a:bodyPr/>
            <a:lstStyle/>
            <a:p>
              <a:endParaRPr lang="en-US"/>
            </a:p>
          </p:txBody>
        </p:sp>
        <p:sp>
          <p:nvSpPr>
            <p:cNvPr id="20" name="Freeform 36"/>
            <p:cNvSpPr/>
            <p:nvPr/>
          </p:nvSpPr>
          <p:spPr bwMode="auto">
            <a:xfrm>
              <a:off x="7412038" y="5081588"/>
              <a:ext cx="114300" cy="558800"/>
            </a:xfrm>
            <a:custGeom>
              <a:avLst/>
              <a:gdLst/>
              <a:ahLst/>
              <a:cxnLst/>
              <a:rect l="0" t="0" r="r" b="b"/>
              <a:pathLst>
                <a:path w="29" h="141">
                  <a:moveTo>
                    <a:pt x="0" y="0"/>
                  </a:moveTo>
                  <a:cubicBezTo>
                    <a:pt x="0" y="30"/>
                    <a:pt x="2" y="60"/>
                    <a:pt x="7" y="89"/>
                  </a:cubicBezTo>
                  <a:cubicBezTo>
                    <a:pt x="11" y="98"/>
                    <a:pt x="14" y="108"/>
                    <a:pt x="18" y="117"/>
                  </a:cubicBezTo>
                  <a:cubicBezTo>
                    <a:pt x="22" y="125"/>
                    <a:pt x="25" y="133"/>
                    <a:pt x="29" y="141"/>
                  </a:cubicBezTo>
                  <a:cubicBezTo>
                    <a:pt x="28" y="139"/>
                    <a:pt x="28" y="137"/>
                    <a:pt x="27" y="135"/>
                  </a:cubicBezTo>
                  <a:cubicBezTo>
                    <a:pt x="16" y="98"/>
                    <a:pt x="10" y="60"/>
                    <a:pt x="8" y="22"/>
                  </a:cubicBezTo>
                  <a:cubicBezTo>
                    <a:pt x="7" y="18"/>
                    <a:pt x="5" y="15"/>
                    <a:pt x="4" y="11"/>
                  </a:cubicBezTo>
                  <a:cubicBezTo>
                    <a:pt x="2" y="7"/>
                    <a:pt x="1" y="3"/>
                    <a:pt x="0" y="0"/>
                  </a:cubicBezTo>
                  <a:close/>
                </a:path>
              </a:pathLst>
            </a:custGeom>
            <a:solidFill>
              <a:schemeClr val="tx2"/>
            </a:solidFill>
            <a:ln>
              <a:noFill/>
            </a:ln>
          </p:spPr>
          <p:txBody>
            <a:bodyPr/>
            <a:lstStyle/>
            <a:p>
              <a:endParaRPr lang="en-US"/>
            </a:p>
          </p:txBody>
        </p:sp>
        <p:sp>
          <p:nvSpPr>
            <p:cNvPr id="21" name="Freeform 37"/>
            <p:cNvSpPr/>
            <p:nvPr/>
          </p:nvSpPr>
          <p:spPr bwMode="auto">
            <a:xfrm>
              <a:off x="7412038" y="4978400"/>
              <a:ext cx="31750" cy="188913"/>
            </a:xfrm>
            <a:custGeom>
              <a:avLst/>
              <a:gdLst/>
              <a:ahLst/>
              <a:cxnLst/>
              <a:rect l="0" t="0" r="r" b="b"/>
              <a:pathLst>
                <a:path w="8" h="48">
                  <a:moveTo>
                    <a:pt x="0" y="26"/>
                  </a:moveTo>
                  <a:cubicBezTo>
                    <a:pt x="1" y="29"/>
                    <a:pt x="2" y="33"/>
                    <a:pt x="4" y="37"/>
                  </a:cubicBezTo>
                  <a:cubicBezTo>
                    <a:pt x="5" y="41"/>
                    <a:pt x="7" y="44"/>
                    <a:pt x="8" y="48"/>
                  </a:cubicBezTo>
                  <a:cubicBezTo>
                    <a:pt x="7" y="38"/>
                    <a:pt x="7" y="28"/>
                    <a:pt x="7" y="19"/>
                  </a:cubicBezTo>
                  <a:cubicBezTo>
                    <a:pt x="5" y="12"/>
                    <a:pt x="3" y="6"/>
                    <a:pt x="0" y="0"/>
                  </a:cubicBezTo>
                  <a:cubicBezTo>
                    <a:pt x="0" y="1"/>
                    <a:pt x="0" y="3"/>
                    <a:pt x="0" y="4"/>
                  </a:cubicBezTo>
                  <a:cubicBezTo>
                    <a:pt x="0" y="11"/>
                    <a:pt x="0" y="19"/>
                    <a:pt x="0" y="26"/>
                  </a:cubicBezTo>
                  <a:close/>
                </a:path>
              </a:pathLst>
            </a:custGeom>
            <a:solidFill>
              <a:schemeClr val="tx2"/>
            </a:solidFill>
            <a:ln>
              <a:noFill/>
            </a:ln>
          </p:spPr>
          <p:txBody>
            <a:bodyPr/>
            <a:lstStyle/>
            <a:p>
              <a:endParaRPr lang="en-US"/>
            </a:p>
          </p:txBody>
        </p:sp>
        <p:sp>
          <p:nvSpPr>
            <p:cNvPr id="22" name="Freeform 38"/>
            <p:cNvSpPr/>
            <p:nvPr/>
          </p:nvSpPr>
          <p:spPr bwMode="auto">
            <a:xfrm>
              <a:off x="7439026" y="5434013"/>
              <a:ext cx="174625" cy="439738"/>
            </a:xfrm>
            <a:custGeom>
              <a:avLst/>
              <a:gdLst/>
              <a:ahLst/>
              <a:cxnLst/>
              <a:rect l="0" t="0" r="r" b="b"/>
              <a:pathLst>
                <a:path w="44" h="111">
                  <a:moveTo>
                    <a:pt x="11" y="28"/>
                  </a:moveTo>
                  <a:cubicBezTo>
                    <a:pt x="7" y="19"/>
                    <a:pt x="4" y="9"/>
                    <a:pt x="0" y="0"/>
                  </a:cubicBezTo>
                  <a:cubicBezTo>
                    <a:pt x="3" y="16"/>
                    <a:pt x="7" y="33"/>
                    <a:pt x="11" y="49"/>
                  </a:cubicBezTo>
                  <a:cubicBezTo>
                    <a:pt x="12" y="52"/>
                    <a:pt x="13" y="55"/>
                    <a:pt x="14" y="58"/>
                  </a:cubicBezTo>
                  <a:cubicBezTo>
                    <a:pt x="22" y="76"/>
                    <a:pt x="30" y="94"/>
                    <a:pt x="39" y="111"/>
                  </a:cubicBezTo>
                  <a:cubicBezTo>
                    <a:pt x="44" y="111"/>
                    <a:pt x="44" y="111"/>
                    <a:pt x="44" y="111"/>
                  </a:cubicBezTo>
                  <a:cubicBezTo>
                    <a:pt x="35" y="92"/>
                    <a:pt x="28" y="72"/>
                    <a:pt x="22" y="52"/>
                  </a:cubicBezTo>
                  <a:cubicBezTo>
                    <a:pt x="18" y="44"/>
                    <a:pt x="15" y="36"/>
                    <a:pt x="11" y="28"/>
                  </a:cubicBezTo>
                  <a:close/>
                </a:path>
              </a:pathLst>
            </a:custGeom>
            <a:solidFill>
              <a:schemeClr val="tx2"/>
            </a:solidFill>
            <a:ln>
              <a:noFill/>
            </a:ln>
          </p:spPr>
          <p:txBody>
            <a:bodyPr/>
            <a:lstStyle/>
            <a:p>
              <a:endParaRPr lang="en-US"/>
            </a:p>
          </p:txBody>
        </p:sp>
      </p:grpSp>
      <p:sp>
        <p:nvSpPr>
          <p:cNvPr id="7" name="Rectangle 6"/>
          <p:cNvSpPr/>
          <p:nvPr/>
        </p:nvSpPr>
        <p:spPr>
          <a:xfrm>
            <a:off x="0" y="0"/>
            <a:ext cx="182880" cy="68580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2592924" y="624110"/>
            <a:ext cx="8911687" cy="128089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2589212" y="2133600"/>
            <a:ext cx="8915400" cy="38862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361612" y="6130437"/>
            <a:ext cx="1146283" cy="370396"/>
          </a:xfrm>
          <a:prstGeom prst="rect">
            <a:avLst/>
          </a:prstGeom>
        </p:spPr>
        <p:txBody>
          <a:bodyPr vert="horz" lIns="91440" tIns="45720" rIns="91440" bIns="45720" rtlCol="0" anchor="ctr"/>
          <a:lstStyle>
            <a:lvl1pPr algn="r">
              <a:defRPr sz="900">
                <a:solidFill>
                  <a:schemeClr val="tx1">
                    <a:tint val="75000"/>
                  </a:schemeClr>
                </a:solidFill>
              </a:defRPr>
            </a:lvl1pPr>
          </a:lstStyle>
          <a:p>
            <a:fld id="{6A9BBC5F-5CDA-4125-9BC9-B7DDB6C51A18}" type="datetimeFigureOut">
              <a:rPr lang="en-US" smtClean="0"/>
              <a:t>12/27/2025</a:t>
            </a:fld>
            <a:endParaRPr lang="en-US" dirty="0"/>
          </a:p>
        </p:txBody>
      </p:sp>
      <p:sp>
        <p:nvSpPr>
          <p:cNvPr id="5" name="Footer Placeholder 4"/>
          <p:cNvSpPr>
            <a:spLocks noGrp="1"/>
          </p:cNvSpPr>
          <p:nvPr>
            <p:ph type="ftr" sz="quarter" idx="3"/>
          </p:nvPr>
        </p:nvSpPr>
        <p:spPr>
          <a:xfrm>
            <a:off x="2589212" y="6135808"/>
            <a:ext cx="7619999"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bwMode="gray">
          <a:xfrm>
            <a:off x="531812" y="787782"/>
            <a:ext cx="779767" cy="365125"/>
          </a:xfrm>
          <a:prstGeom prst="rect">
            <a:avLst/>
          </a:prstGeom>
        </p:spPr>
        <p:txBody>
          <a:bodyPr vert="horz" lIns="91440" tIns="45720" rIns="91440" bIns="45720" rtlCol="0" anchor="ctr"/>
          <a:lstStyle>
            <a:lvl1pPr algn="r">
              <a:defRPr sz="2000">
                <a:solidFill>
                  <a:srgbClr val="FEFFFF"/>
                </a:solidFill>
              </a:defRPr>
            </a:lvl1pPr>
          </a:lstStyle>
          <a:p>
            <a:fld id="{115A9337-9632-4024-8693-4508CB48E3B1}" type="slidenum">
              <a:rPr lang="en-US" smtClean="0"/>
              <a:t>‹#›</a:t>
            </a:fld>
            <a:endParaRPr lang="en-US" dirty="0"/>
          </a:p>
        </p:txBody>
      </p:sp>
    </p:spTree>
    <p:extLst>
      <p:ext uri="{BB962C8B-B14F-4D97-AF65-F5344CB8AC3E}">
        <p14:creationId xmlns:p14="http://schemas.microsoft.com/office/powerpoint/2010/main" val="1526578369"/>
      </p:ext>
    </p:extLst>
  </p:cSld>
  <p:clrMap bg1="lt1" tx1="dk1" bg2="lt2" tx2="dk2" accent1="accent1" accent2="accent2" accent3="accent3" accent4="accent4" accent5="accent5" accent6="accent6" hlink="hlink" folHlink="folHlink"/>
  <p:sldLayoutIdLst>
    <p:sldLayoutId id="2147483678" r:id="rId1"/>
    <p:sldLayoutId id="2147483679" r:id="rId2"/>
    <p:sldLayoutId id="2147483680" r:id="rId3"/>
    <p:sldLayoutId id="2147483681" r:id="rId4"/>
    <p:sldLayoutId id="2147483682" r:id="rId5"/>
    <p:sldLayoutId id="2147483683" r:id="rId6"/>
    <p:sldLayoutId id="2147483684" r:id="rId7"/>
    <p:sldLayoutId id="2147483685" r:id="rId8"/>
    <p:sldLayoutId id="2147483686" r:id="rId9"/>
    <p:sldLayoutId id="2147483687" r:id="rId10"/>
    <p:sldLayoutId id="2147483688" r:id="rId11"/>
    <p:sldLayoutId id="2147483689" r:id="rId12"/>
    <p:sldLayoutId id="2147483690" r:id="rId13"/>
    <p:sldLayoutId id="2147483691" r:id="rId14"/>
    <p:sldLayoutId id="2147483692" r:id="rId15"/>
    <p:sldLayoutId id="2147483693" r:id="rId16"/>
  </p:sldLayoutIdLst>
  <p:txStyles>
    <p:titleStyle>
      <a:lvl1pPr algn="l" defTabSz="457200" rtl="0" eaLnBrk="1" latinLnBrk="0" hangingPunct="1">
        <a:spcBef>
          <a:spcPct val="0"/>
        </a:spcBef>
        <a:buNone/>
        <a:defRPr sz="3600" kern="1200">
          <a:solidFill>
            <a:schemeClr val="tx1">
              <a:lumMod val="85000"/>
              <a:lumOff val="1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 Id="rId5" Type="http://schemas.openxmlformats.org/officeDocument/2006/relationships/image" Target="../media/image6.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7.xml"/><Relationship Id="rId5" Type="http://schemas.openxmlformats.org/officeDocument/2006/relationships/image" Target="../media/image10.png"/><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showMasterSp="0">
  <p:cSld>
    <p:bg>
      <p:bgPr>
        <a:solidFill>
          <a:schemeClr val="bg1"/>
        </a:solidFill>
        <a:effectLst/>
      </p:bgPr>
    </p:bg>
    <p:spTree>
      <p:nvGrpSpPr>
        <p:cNvPr id="1" name=""/>
        <p:cNvGrpSpPr/>
        <p:nvPr/>
      </p:nvGrpSpPr>
      <p:grpSpPr>
        <a:xfrm>
          <a:off x="0" y="0"/>
          <a:ext cx="0" cy="0"/>
          <a:chOff x="0" y="0"/>
          <a:chExt cx="0" cy="0"/>
        </a:xfrm>
      </p:grpSpPr>
      <p:pic>
        <p:nvPicPr>
          <p:cNvPr id="3" name="Picture 2" descr="A screenshot of a video game&#10;&#10;AI-generated content may be incorrect.">
            <a:extLst>
              <a:ext uri="{FF2B5EF4-FFF2-40B4-BE49-F238E27FC236}">
                <a16:creationId xmlns:a16="http://schemas.microsoft.com/office/drawing/2014/main" id="{7C3E4C8C-EA85-75B3-8593-93A68426E317}"/>
              </a:ext>
            </a:extLst>
          </p:cNvPr>
          <p:cNvPicPr>
            <a:picLocks noChangeAspect="1"/>
          </p:cNvPicPr>
          <p:nvPr/>
        </p:nvPicPr>
        <p:blipFill>
          <a:blip r:embed="rId2"/>
          <a:srcRect l="7542" r="4458" b="-1"/>
          <a:stretch>
            <a:fillRect/>
          </a:stretch>
        </p:blipFill>
        <p:spPr>
          <a:xfrm>
            <a:off x="880353" y="0"/>
            <a:ext cx="7816175" cy="5201376"/>
          </a:xfrm>
          <a:prstGeom prst="rect">
            <a:avLst/>
          </a:prstGeom>
        </p:spPr>
      </p:pic>
      <p:pic>
        <p:nvPicPr>
          <p:cNvPr id="6" name="Picture 5">
            <a:extLst>
              <a:ext uri="{FF2B5EF4-FFF2-40B4-BE49-F238E27FC236}">
                <a16:creationId xmlns:a16="http://schemas.microsoft.com/office/drawing/2014/main" id="{B704BA08-DD47-5030-6F90-38A0E400F53A}"/>
              </a:ext>
            </a:extLst>
          </p:cNvPr>
          <p:cNvPicPr>
            <a:picLocks noChangeAspect="1"/>
          </p:cNvPicPr>
          <p:nvPr/>
        </p:nvPicPr>
        <p:blipFill>
          <a:blip r:embed="rId3"/>
          <a:stretch>
            <a:fillRect/>
          </a:stretch>
        </p:blipFill>
        <p:spPr>
          <a:xfrm>
            <a:off x="8295731" y="0"/>
            <a:ext cx="3896269" cy="5201376"/>
          </a:xfrm>
          <a:prstGeom prst="rect">
            <a:avLst/>
          </a:prstGeom>
        </p:spPr>
      </p:pic>
      <p:sp>
        <p:nvSpPr>
          <p:cNvPr id="4" name="TextBox 3">
            <a:extLst>
              <a:ext uri="{FF2B5EF4-FFF2-40B4-BE49-F238E27FC236}">
                <a16:creationId xmlns:a16="http://schemas.microsoft.com/office/drawing/2014/main" id="{BDC2D7EF-D4F4-916E-2250-4B9B59C8285F}"/>
              </a:ext>
            </a:extLst>
          </p:cNvPr>
          <p:cNvSpPr txBox="1"/>
          <p:nvPr/>
        </p:nvSpPr>
        <p:spPr>
          <a:xfrm>
            <a:off x="3048000" y="3246792"/>
            <a:ext cx="6096000" cy="369332"/>
          </a:xfrm>
          <a:prstGeom prst="rect">
            <a:avLst/>
          </a:prstGeom>
          <a:noFill/>
        </p:spPr>
        <p:txBody>
          <a:bodyPr wrap="square">
            <a:spAutoFit/>
          </a:bodyPr>
          <a:lstStyle/>
          <a:p>
            <a:r>
              <a:rPr lang="en-US" dirty="0"/>
              <a:t>Our Mission Robot</a:t>
            </a:r>
          </a:p>
        </p:txBody>
      </p:sp>
      <p:sp>
        <p:nvSpPr>
          <p:cNvPr id="7" name="TextBox 6">
            <a:extLst>
              <a:ext uri="{FF2B5EF4-FFF2-40B4-BE49-F238E27FC236}">
                <a16:creationId xmlns:a16="http://schemas.microsoft.com/office/drawing/2014/main" id="{BC12AB33-DA41-240B-6835-A67ED2204F73}"/>
              </a:ext>
            </a:extLst>
          </p:cNvPr>
          <p:cNvSpPr txBox="1"/>
          <p:nvPr/>
        </p:nvSpPr>
        <p:spPr>
          <a:xfrm>
            <a:off x="3048000" y="3246792"/>
            <a:ext cx="6096000" cy="369332"/>
          </a:xfrm>
          <a:prstGeom prst="rect">
            <a:avLst/>
          </a:prstGeom>
          <a:noFill/>
        </p:spPr>
        <p:txBody>
          <a:bodyPr wrap="square">
            <a:spAutoFit/>
          </a:bodyPr>
          <a:lstStyle/>
          <a:p>
            <a:r>
              <a:rPr lang="en-US" dirty="0"/>
              <a:t>Our Mission Robot</a:t>
            </a:r>
          </a:p>
        </p:txBody>
      </p:sp>
    </p:spTree>
    <p:extLst>
      <p:ext uri="{BB962C8B-B14F-4D97-AF65-F5344CB8AC3E}">
        <p14:creationId xmlns:p14="http://schemas.microsoft.com/office/powerpoint/2010/main" val="4158124494"/>
      </p:ext>
    </p:extLst>
  </p:cSld>
  <p:clrMapOvr>
    <a:masterClrMapping/>
  </p:clrMapOvr>
  <mc:AlternateContent xmlns:mc="http://schemas.openxmlformats.org/markup-compatibility/2006" xmlns:p14="http://schemas.microsoft.com/office/powerpoint/2010/main">
    <mc:Choice Requires="p14">
      <p:transition spd="slow" p14:dur="1500">
        <p:split orient="vert"/>
      </p:transition>
    </mc:Choice>
    <mc:Fallback xmlns="">
      <p:transition spd="slow">
        <p:split orient="vert"/>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showMasterSp="0">
  <p:cSld>
    <p:bg>
      <p:bgPr>
        <a:solidFill>
          <a:schemeClr val="bg1"/>
        </a:solidFill>
        <a:effectLst/>
      </p:bgPr>
    </p:bg>
    <p:spTree>
      <p:nvGrpSpPr>
        <p:cNvPr id="1" name="">
          <a:extLst>
            <a:ext uri="{FF2B5EF4-FFF2-40B4-BE49-F238E27FC236}">
              <a16:creationId xmlns:a16="http://schemas.microsoft.com/office/drawing/2014/main" id="{3C290EEB-E47F-2C8F-B48D-47A89B95CF5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0053327A-01AB-EF2D-C428-F612BEA5071E}"/>
              </a:ext>
            </a:extLst>
          </p:cNvPr>
          <p:cNvSpPr txBox="1"/>
          <p:nvPr/>
        </p:nvSpPr>
        <p:spPr>
          <a:xfrm>
            <a:off x="1069848" y="493776"/>
            <a:ext cx="10543032" cy="523220"/>
          </a:xfrm>
          <a:prstGeom prst="rect">
            <a:avLst/>
          </a:prstGeom>
          <a:noFill/>
        </p:spPr>
        <p:txBody>
          <a:bodyPr wrap="square" rtlCol="0">
            <a:spAutoFit/>
          </a:bodyPr>
          <a:lstStyle/>
          <a:p>
            <a:pPr algn="ctr"/>
            <a:r>
              <a:rPr lang="en-US" sz="2800" b="1" dirty="0">
                <a:solidFill>
                  <a:srgbClr val="7030A0"/>
                </a:solidFill>
                <a:latin typeface="Times New Roman" panose="02020603050405020304" pitchFamily="18" charset="0"/>
                <a:cs typeface="Times New Roman" panose="02020603050405020304" pitchFamily="18" charset="0"/>
              </a:rPr>
              <a:t>Our Mission Robot</a:t>
            </a:r>
          </a:p>
        </p:txBody>
      </p:sp>
      <p:sp>
        <p:nvSpPr>
          <p:cNvPr id="3" name="TextBox 2">
            <a:extLst>
              <a:ext uri="{FF2B5EF4-FFF2-40B4-BE49-F238E27FC236}">
                <a16:creationId xmlns:a16="http://schemas.microsoft.com/office/drawing/2014/main" id="{1BC6CAD5-732D-E81E-6B55-995029050972}"/>
              </a:ext>
            </a:extLst>
          </p:cNvPr>
          <p:cNvSpPr txBox="1"/>
          <p:nvPr/>
        </p:nvSpPr>
        <p:spPr>
          <a:xfrm>
            <a:off x="539496" y="1307592"/>
            <a:ext cx="11073384" cy="5078313"/>
          </a:xfrm>
          <a:prstGeom prst="rect">
            <a:avLst/>
          </a:prstGeom>
          <a:noFill/>
        </p:spPr>
        <p:txBody>
          <a:bodyPr wrap="square" rtlCol="0">
            <a:spAutoFit/>
          </a:bodyPr>
          <a:lstStyle/>
          <a:p>
            <a:r>
              <a:rPr lang="en-US" dirty="0"/>
              <a:t>Robot pic with arrows to key parts: chassis, left arm, right arm, and front roller/wheels.</a:t>
            </a:r>
          </a:p>
          <a:p>
            <a:endParaRPr lang="en-US" dirty="0"/>
          </a:p>
          <a:p>
            <a:endParaRPr lang="en-US" dirty="0"/>
          </a:p>
          <a:p>
            <a:endParaRPr lang="en-US" dirty="0"/>
          </a:p>
          <a:p>
            <a:r>
              <a:rPr lang="en-US" dirty="0"/>
              <a:t>One kid explains in 2–3 sentences: what problem it solves (which missions), </a:t>
            </a:r>
          </a:p>
          <a:p>
            <a:endParaRPr lang="en-US" dirty="0"/>
          </a:p>
          <a:p>
            <a:endParaRPr lang="en-US" dirty="0"/>
          </a:p>
          <a:p>
            <a:endParaRPr lang="en-US" dirty="0"/>
          </a:p>
          <a:p>
            <a:r>
              <a:rPr lang="en-US" dirty="0"/>
              <a:t>why it is tall (to reach high elements), and </a:t>
            </a:r>
          </a:p>
          <a:p>
            <a:endParaRPr lang="en-US" dirty="0"/>
          </a:p>
          <a:p>
            <a:endParaRPr lang="en-US" dirty="0"/>
          </a:p>
          <a:p>
            <a:endParaRPr lang="en-US" dirty="0"/>
          </a:p>
          <a:p>
            <a:r>
              <a:rPr lang="en-US" dirty="0"/>
              <a:t>why it is narrow (to fit between models).</a:t>
            </a:r>
          </a:p>
          <a:p>
            <a:endParaRPr lang="en-US" dirty="0"/>
          </a:p>
          <a:p>
            <a:endParaRPr lang="en-US" dirty="0"/>
          </a:p>
          <a:p>
            <a:endParaRPr lang="en-US" dirty="0"/>
          </a:p>
          <a:p>
            <a:endParaRPr lang="en-US" dirty="0"/>
          </a:p>
          <a:p>
            <a:endParaRPr lang="en-US" dirty="0"/>
          </a:p>
        </p:txBody>
      </p:sp>
    </p:spTree>
    <p:extLst>
      <p:ext uri="{BB962C8B-B14F-4D97-AF65-F5344CB8AC3E}">
        <p14:creationId xmlns:p14="http://schemas.microsoft.com/office/powerpoint/2010/main" val="352217091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bg>
      <p:bgPr>
        <a:solidFill>
          <a:schemeClr val="bg1"/>
        </a:solidFill>
        <a:effectLst/>
      </p:bgPr>
    </p:bg>
    <p:spTree>
      <p:nvGrpSpPr>
        <p:cNvPr id="1" name="">
          <a:extLst>
            <a:ext uri="{FF2B5EF4-FFF2-40B4-BE49-F238E27FC236}">
              <a16:creationId xmlns:a16="http://schemas.microsoft.com/office/drawing/2014/main" id="{42598A81-F42F-8539-CD17-7E30BA87108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A2095B8-6B24-EBDC-7A9D-235658F00D2A}"/>
              </a:ext>
            </a:extLst>
          </p:cNvPr>
          <p:cNvSpPr txBox="1"/>
          <p:nvPr/>
        </p:nvSpPr>
        <p:spPr>
          <a:xfrm>
            <a:off x="1069848" y="236601"/>
            <a:ext cx="10543032" cy="523220"/>
          </a:xfrm>
          <a:prstGeom prst="rect">
            <a:avLst/>
          </a:prstGeom>
          <a:noFill/>
        </p:spPr>
        <p:txBody>
          <a:bodyPr wrap="square" rtlCol="0">
            <a:spAutoFit/>
          </a:bodyPr>
          <a:lstStyle/>
          <a:p>
            <a:pPr algn="ctr"/>
            <a:r>
              <a:rPr lang="en-US" sz="2800" b="1" dirty="0">
                <a:solidFill>
                  <a:srgbClr val="7030A0"/>
                </a:solidFill>
                <a:latin typeface="Times New Roman" panose="02020603050405020304" pitchFamily="18" charset="0"/>
                <a:cs typeface="Times New Roman" panose="02020603050405020304" pitchFamily="18" charset="0"/>
              </a:rPr>
              <a:t>Twin Arms, Different Jobs</a:t>
            </a:r>
          </a:p>
        </p:txBody>
      </p:sp>
      <p:sp>
        <p:nvSpPr>
          <p:cNvPr id="3" name="TextBox 2">
            <a:extLst>
              <a:ext uri="{FF2B5EF4-FFF2-40B4-BE49-F238E27FC236}">
                <a16:creationId xmlns:a16="http://schemas.microsoft.com/office/drawing/2014/main" id="{9AA5DF34-5AFA-E6D7-9D28-44443088D977}"/>
              </a:ext>
            </a:extLst>
          </p:cNvPr>
          <p:cNvSpPr txBox="1"/>
          <p:nvPr/>
        </p:nvSpPr>
        <p:spPr>
          <a:xfrm>
            <a:off x="314326" y="859918"/>
            <a:ext cx="11525249" cy="5909310"/>
          </a:xfrm>
          <a:prstGeom prst="rect">
            <a:avLst/>
          </a:prstGeom>
          <a:noFill/>
        </p:spPr>
        <p:txBody>
          <a:bodyPr wrap="square" rtlCol="0">
            <a:spAutoFit/>
          </a:bodyPr>
          <a:lstStyle/>
          <a:p>
            <a:pPr marL="342900" indent="-342900">
              <a:buAutoNum type="arabicPeriod"/>
            </a:pPr>
            <a:r>
              <a:rPr lang="en-US" dirty="0"/>
              <a:t>Left arm is being used to solve missions from right home, as the design suits to the missions to be solved.</a:t>
            </a:r>
          </a:p>
          <a:p>
            <a:pPr marL="342900" indent="-342900">
              <a:buAutoNum type="arabicPeriod"/>
            </a:pPr>
            <a:endParaRPr lang="en-US" dirty="0"/>
          </a:p>
          <a:p>
            <a:pPr marL="342900" indent="-342900">
              <a:buAutoNum type="arabicPeriod"/>
            </a:pPr>
            <a:r>
              <a:rPr lang="en-US" dirty="0"/>
              <a:t>Right arm has two different attachments for two different mission solutions and left arm uses same attachment to solve multiple missions. It was decided based purely on nature of the missions.</a:t>
            </a:r>
          </a:p>
          <a:p>
            <a:pPr marL="342900" indent="-342900">
              <a:buAutoNum type="arabicPeriod"/>
            </a:pPr>
            <a:endParaRPr lang="en-US" dirty="0"/>
          </a:p>
          <a:p>
            <a:pPr marL="342900" indent="-342900">
              <a:buAutoNum type="arabicPeriod"/>
            </a:pPr>
            <a:r>
              <a:rPr lang="en-US" dirty="0"/>
              <a:t>These two arms are of basic design which is easy to repair and contains parts that are easy to replace/rebuild.</a:t>
            </a:r>
          </a:p>
          <a:p>
            <a:pPr marL="342900" indent="-342900">
              <a:buAutoNum type="arabicPeriod"/>
            </a:pPr>
            <a:endParaRPr lang="en-US" dirty="0"/>
          </a:p>
          <a:p>
            <a:pPr marL="342900" indent="-342900">
              <a:buAutoNum type="arabicPeriod"/>
            </a:pPr>
            <a:r>
              <a:rPr lang="en-US" dirty="0"/>
              <a:t>One arm is used to grab the model with two prong attachment and also to lift the statue after replacing with a wing attachment.</a:t>
            </a:r>
          </a:p>
          <a:p>
            <a:pPr marL="342900" indent="-342900">
              <a:buAutoNum type="arabicPeriod"/>
            </a:pPr>
            <a:endParaRPr lang="en-US" dirty="0"/>
          </a:p>
          <a:p>
            <a:pPr marL="342900" indent="-342900">
              <a:buAutoNum type="arabicPeriod"/>
            </a:pPr>
            <a:r>
              <a:rPr lang="en-US" dirty="0"/>
              <a:t>Second arm is used to lift, drop and pull which needed to have a fork type of attachment.</a:t>
            </a:r>
          </a:p>
          <a:p>
            <a:pPr marL="342900" indent="-342900">
              <a:buAutoNum type="arabicPeriod"/>
            </a:pPr>
            <a:endParaRPr lang="en-US" dirty="0"/>
          </a:p>
          <a:p>
            <a:pPr marL="342900" indent="-342900">
              <a:buAutoNum type="arabicPeriod"/>
            </a:pPr>
            <a:r>
              <a:rPr lang="en-US" dirty="0"/>
              <a:t>The reason for its tall arms to reach far away models which saves time, since they are kind of fixed, we make sure the height is within allowed 12 inches.</a:t>
            </a:r>
          </a:p>
          <a:p>
            <a:endParaRPr lang="en-US" dirty="0"/>
          </a:p>
          <a:p>
            <a:r>
              <a:rPr lang="en-US" dirty="0"/>
              <a:t>7.  Box body is to have more stability while making turns, lifting  and to easily move between missions.</a:t>
            </a:r>
          </a:p>
          <a:p>
            <a:endParaRPr lang="en-US" dirty="0"/>
          </a:p>
          <a:p>
            <a:endParaRPr lang="en-US" dirty="0"/>
          </a:p>
          <a:p>
            <a:endParaRPr lang="en-US" dirty="0"/>
          </a:p>
        </p:txBody>
      </p:sp>
    </p:spTree>
    <p:extLst>
      <p:ext uri="{BB962C8B-B14F-4D97-AF65-F5344CB8AC3E}">
        <p14:creationId xmlns:p14="http://schemas.microsoft.com/office/powerpoint/2010/main" val="37540641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bg>
      <p:bgPr>
        <a:solidFill>
          <a:schemeClr val="bg1"/>
        </a:solidFill>
        <a:effectLst/>
      </p:bgPr>
    </p:bg>
    <p:spTree>
      <p:nvGrpSpPr>
        <p:cNvPr id="1" name="">
          <a:extLst>
            <a:ext uri="{FF2B5EF4-FFF2-40B4-BE49-F238E27FC236}">
              <a16:creationId xmlns:a16="http://schemas.microsoft.com/office/drawing/2014/main" id="{5C0EF3AE-413A-0B48-991A-4F8FD726D8B4}"/>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DF2BF194-6854-AD7F-DC61-1E695A4C8C7B}"/>
              </a:ext>
            </a:extLst>
          </p:cNvPr>
          <p:cNvPicPr>
            <a:picLocks noChangeAspect="1"/>
          </p:cNvPicPr>
          <p:nvPr/>
        </p:nvPicPr>
        <p:blipFill>
          <a:blip r:embed="rId2"/>
          <a:stretch>
            <a:fillRect/>
          </a:stretch>
        </p:blipFill>
        <p:spPr>
          <a:xfrm>
            <a:off x="7577848" y="-2755"/>
            <a:ext cx="4589430" cy="6856008"/>
          </a:xfrm>
          <a:prstGeom prst="rect">
            <a:avLst/>
          </a:prstGeom>
        </p:spPr>
      </p:pic>
      <p:pic>
        <p:nvPicPr>
          <p:cNvPr id="3" name="Picture 2">
            <a:extLst>
              <a:ext uri="{FF2B5EF4-FFF2-40B4-BE49-F238E27FC236}">
                <a16:creationId xmlns:a16="http://schemas.microsoft.com/office/drawing/2014/main" id="{D73AAB37-8055-7C44-586F-8F6ED9682CD7}"/>
              </a:ext>
            </a:extLst>
          </p:cNvPr>
          <p:cNvPicPr>
            <a:picLocks noChangeAspect="1"/>
          </p:cNvPicPr>
          <p:nvPr/>
        </p:nvPicPr>
        <p:blipFill>
          <a:blip r:embed="rId3"/>
          <a:srcRect l="14672" r="14730" b="2"/>
          <a:stretch>
            <a:fillRect/>
          </a:stretch>
        </p:blipFill>
        <p:spPr>
          <a:xfrm>
            <a:off x="1137248" y="235749"/>
            <a:ext cx="2709729" cy="2752231"/>
          </a:xfrm>
          <a:prstGeom prst="rect">
            <a:avLst/>
          </a:prstGeom>
        </p:spPr>
      </p:pic>
      <p:pic>
        <p:nvPicPr>
          <p:cNvPr id="5" name="Picture 4">
            <a:extLst>
              <a:ext uri="{FF2B5EF4-FFF2-40B4-BE49-F238E27FC236}">
                <a16:creationId xmlns:a16="http://schemas.microsoft.com/office/drawing/2014/main" id="{156BB0FA-54ED-36CA-E882-645847045A27}"/>
              </a:ext>
            </a:extLst>
          </p:cNvPr>
          <p:cNvPicPr>
            <a:picLocks noChangeAspect="1"/>
          </p:cNvPicPr>
          <p:nvPr/>
        </p:nvPicPr>
        <p:blipFill>
          <a:blip r:embed="rId4"/>
          <a:stretch>
            <a:fillRect/>
          </a:stretch>
        </p:blipFill>
        <p:spPr>
          <a:xfrm>
            <a:off x="1538965" y="2684515"/>
            <a:ext cx="1639282" cy="2539238"/>
          </a:xfrm>
          <a:prstGeom prst="rect">
            <a:avLst/>
          </a:prstGeom>
        </p:spPr>
      </p:pic>
      <p:pic>
        <p:nvPicPr>
          <p:cNvPr id="7" name="Picture 6">
            <a:extLst>
              <a:ext uri="{FF2B5EF4-FFF2-40B4-BE49-F238E27FC236}">
                <a16:creationId xmlns:a16="http://schemas.microsoft.com/office/drawing/2014/main" id="{EB074582-F5BE-BCD3-AE03-A95CBB4107C3}"/>
              </a:ext>
            </a:extLst>
          </p:cNvPr>
          <p:cNvPicPr>
            <a:picLocks noChangeAspect="1"/>
          </p:cNvPicPr>
          <p:nvPr/>
        </p:nvPicPr>
        <p:blipFill>
          <a:blip r:embed="rId5"/>
          <a:srcRect t="4719" r="-5" b="4977"/>
          <a:stretch>
            <a:fillRect/>
          </a:stretch>
        </p:blipFill>
        <p:spPr>
          <a:xfrm>
            <a:off x="4013450" y="1472941"/>
            <a:ext cx="2149946" cy="2174616"/>
          </a:xfrm>
          <a:prstGeom prst="rect">
            <a:avLst/>
          </a:prstGeom>
        </p:spPr>
      </p:pic>
      <p:sp>
        <p:nvSpPr>
          <p:cNvPr id="8" name="TextBox 7">
            <a:extLst>
              <a:ext uri="{FF2B5EF4-FFF2-40B4-BE49-F238E27FC236}">
                <a16:creationId xmlns:a16="http://schemas.microsoft.com/office/drawing/2014/main" id="{7C3C4F26-28B2-092B-F12C-E1A1E089D91C}"/>
              </a:ext>
            </a:extLst>
          </p:cNvPr>
          <p:cNvSpPr txBox="1"/>
          <p:nvPr/>
        </p:nvSpPr>
        <p:spPr>
          <a:xfrm>
            <a:off x="151392" y="5385059"/>
            <a:ext cx="7724116" cy="1162423"/>
          </a:xfrm>
          <a:prstGeom prst="rect">
            <a:avLst/>
          </a:prstGeom>
        </p:spPr>
        <p:txBody>
          <a:bodyPr vert="horz" lIns="91440" tIns="45720" rIns="91440" bIns="45720" rtlCol="0" anchor="b">
            <a:normAutofit fontScale="77500" lnSpcReduction="20000"/>
          </a:bodyPr>
          <a:lstStyle/>
          <a:p>
            <a:pPr>
              <a:spcBef>
                <a:spcPct val="0"/>
              </a:spcBef>
              <a:spcAft>
                <a:spcPts val="600"/>
              </a:spcAft>
            </a:pPr>
            <a:r>
              <a:rPr lang="en-US" sz="5400" b="1" i="1" dirty="0">
                <a:solidFill>
                  <a:schemeClr val="tx1">
                    <a:lumMod val="85000"/>
                    <a:lumOff val="15000"/>
                  </a:schemeClr>
                </a:solidFill>
                <a:latin typeface="+mj-lt"/>
                <a:ea typeface="+mj-ea"/>
                <a:cs typeface="+mj-cs"/>
              </a:rPr>
              <a:t>Forge, Heavy lifting &amp; who lived here?</a:t>
            </a:r>
          </a:p>
        </p:txBody>
      </p:sp>
    </p:spTree>
    <p:extLst>
      <p:ext uri="{BB962C8B-B14F-4D97-AF65-F5344CB8AC3E}">
        <p14:creationId xmlns:p14="http://schemas.microsoft.com/office/powerpoint/2010/main" val="95113085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p:bg>
      <p:bgPr>
        <a:solidFill>
          <a:schemeClr val="bg1"/>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F20EBBCE-61CE-7340-C875-9255BE1A86AF}"/>
              </a:ext>
            </a:extLst>
          </p:cNvPr>
          <p:cNvPicPr>
            <a:picLocks noChangeAspect="1"/>
          </p:cNvPicPr>
          <p:nvPr/>
        </p:nvPicPr>
        <p:blipFill>
          <a:blip r:embed="rId2"/>
          <a:stretch>
            <a:fillRect/>
          </a:stretch>
        </p:blipFill>
        <p:spPr>
          <a:xfrm>
            <a:off x="4874489" y="3000374"/>
            <a:ext cx="3488806" cy="3369441"/>
          </a:xfrm>
          <a:prstGeom prst="rect">
            <a:avLst/>
          </a:prstGeom>
        </p:spPr>
      </p:pic>
      <p:pic>
        <p:nvPicPr>
          <p:cNvPr id="4" name="Picture 3">
            <a:extLst>
              <a:ext uri="{FF2B5EF4-FFF2-40B4-BE49-F238E27FC236}">
                <a16:creationId xmlns:a16="http://schemas.microsoft.com/office/drawing/2014/main" id="{1B4D0921-6D89-E8DC-AD0B-0BFD72CE1960}"/>
              </a:ext>
            </a:extLst>
          </p:cNvPr>
          <p:cNvPicPr>
            <a:picLocks noChangeAspect="1"/>
          </p:cNvPicPr>
          <p:nvPr/>
        </p:nvPicPr>
        <p:blipFill>
          <a:blip r:embed="rId3"/>
          <a:stretch>
            <a:fillRect/>
          </a:stretch>
        </p:blipFill>
        <p:spPr>
          <a:xfrm>
            <a:off x="584590" y="3297677"/>
            <a:ext cx="3488807" cy="3000374"/>
          </a:xfrm>
          <a:prstGeom prst="rect">
            <a:avLst/>
          </a:prstGeom>
        </p:spPr>
      </p:pic>
      <p:pic>
        <p:nvPicPr>
          <p:cNvPr id="9" name="Picture 8">
            <a:extLst>
              <a:ext uri="{FF2B5EF4-FFF2-40B4-BE49-F238E27FC236}">
                <a16:creationId xmlns:a16="http://schemas.microsoft.com/office/drawing/2014/main" id="{3FC8F2F8-6699-842B-4961-1164CFBF5E84}"/>
              </a:ext>
            </a:extLst>
          </p:cNvPr>
          <p:cNvPicPr>
            <a:picLocks noChangeAspect="1"/>
          </p:cNvPicPr>
          <p:nvPr/>
        </p:nvPicPr>
        <p:blipFill>
          <a:blip r:embed="rId4"/>
          <a:stretch>
            <a:fillRect/>
          </a:stretch>
        </p:blipFill>
        <p:spPr>
          <a:xfrm>
            <a:off x="8610599" y="0"/>
            <a:ext cx="3648075" cy="6858000"/>
          </a:xfrm>
          <a:prstGeom prst="rect">
            <a:avLst/>
          </a:prstGeom>
        </p:spPr>
      </p:pic>
      <p:sp>
        <p:nvSpPr>
          <p:cNvPr id="12" name="TextBox 11">
            <a:extLst>
              <a:ext uri="{FF2B5EF4-FFF2-40B4-BE49-F238E27FC236}">
                <a16:creationId xmlns:a16="http://schemas.microsoft.com/office/drawing/2014/main" id="{E230F86C-F787-2F30-A28B-635E79C5EB45}"/>
              </a:ext>
            </a:extLst>
          </p:cNvPr>
          <p:cNvSpPr txBox="1"/>
          <p:nvPr/>
        </p:nvSpPr>
        <p:spPr>
          <a:xfrm>
            <a:off x="584590" y="559949"/>
            <a:ext cx="7724116" cy="1162423"/>
          </a:xfrm>
          <a:prstGeom prst="rect">
            <a:avLst/>
          </a:prstGeom>
        </p:spPr>
        <p:txBody>
          <a:bodyPr vert="horz" lIns="91440" tIns="45720" rIns="91440" bIns="45720" rtlCol="0" anchor="b">
            <a:normAutofit fontScale="77500" lnSpcReduction="20000"/>
          </a:bodyPr>
          <a:lstStyle/>
          <a:p>
            <a:pPr>
              <a:spcBef>
                <a:spcPct val="0"/>
              </a:spcBef>
              <a:spcAft>
                <a:spcPts val="600"/>
              </a:spcAft>
            </a:pPr>
            <a:r>
              <a:rPr lang="en-US" sz="5400" b="1" i="1" dirty="0">
                <a:solidFill>
                  <a:schemeClr val="tx1">
                    <a:lumMod val="85000"/>
                    <a:lumOff val="15000"/>
                  </a:schemeClr>
                </a:solidFill>
                <a:latin typeface="+mj-lt"/>
                <a:ea typeface="+mj-ea"/>
                <a:cs typeface="+mj-cs"/>
              </a:rPr>
              <a:t>Tip the Scale &amp; what’s on Sale?</a:t>
            </a:r>
          </a:p>
        </p:txBody>
      </p:sp>
      <p:pic>
        <p:nvPicPr>
          <p:cNvPr id="13" name="Picture 12">
            <a:extLst>
              <a:ext uri="{FF2B5EF4-FFF2-40B4-BE49-F238E27FC236}">
                <a16:creationId xmlns:a16="http://schemas.microsoft.com/office/drawing/2014/main" id="{F9029D04-AF77-80BD-70E7-A8028E6E65D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327665" y="2296691"/>
            <a:ext cx="7267574" cy="4496660"/>
          </a:xfrm>
          <a:prstGeom prst="rect">
            <a:avLst/>
          </a:prstGeom>
        </p:spPr>
      </p:pic>
    </p:spTree>
    <p:extLst>
      <p:ext uri="{BB962C8B-B14F-4D97-AF65-F5344CB8AC3E}">
        <p14:creationId xmlns:p14="http://schemas.microsoft.com/office/powerpoint/2010/main" val="8824623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0000"/>
                <a:satMod val="92000"/>
                <a:lumMod val="120000"/>
              </a:schemeClr>
            </a:gs>
            <a:gs pos="100000">
              <a:schemeClr val="bg2">
                <a:shade val="98000"/>
                <a:satMod val="120000"/>
                <a:lumMod val="98000"/>
              </a:schemeClr>
            </a:gs>
          </a:gsLst>
          <a:path path="circle">
            <a:fillToRect l="50000" t="50000" r="100000" b="100000"/>
          </a:path>
        </a:gradFill>
        <a:effectLst/>
      </p:bgPr>
    </p:bg>
    <p:spTree>
      <p:nvGrpSpPr>
        <p:cNvPr id="1" name="">
          <a:extLst>
            <a:ext uri="{FF2B5EF4-FFF2-40B4-BE49-F238E27FC236}">
              <a16:creationId xmlns:a16="http://schemas.microsoft.com/office/drawing/2014/main" id="{9E9F7EFB-4BDE-0904-27B9-9FF1061D998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F105E814-7601-D118-4BFC-28B6D2163FA9}"/>
              </a:ext>
            </a:extLst>
          </p:cNvPr>
          <p:cNvSpPr txBox="1"/>
          <p:nvPr/>
        </p:nvSpPr>
        <p:spPr>
          <a:xfrm>
            <a:off x="540279" y="967417"/>
            <a:ext cx="3778870" cy="3943250"/>
          </a:xfrm>
          <a:prstGeom prst="rect">
            <a:avLst/>
          </a:prstGeom>
        </p:spPr>
        <p:txBody>
          <a:bodyPr vert="horz" lIns="91440" tIns="45720" rIns="91440" bIns="45720" rtlCol="0" anchor="b">
            <a:normAutofit/>
          </a:bodyPr>
          <a:lstStyle/>
          <a:p>
            <a:pPr>
              <a:spcBef>
                <a:spcPct val="0"/>
              </a:spcBef>
              <a:spcAft>
                <a:spcPts val="600"/>
              </a:spcAft>
            </a:pPr>
            <a:r>
              <a:rPr lang="en-US" sz="4000" b="1" i="1" dirty="0">
                <a:solidFill>
                  <a:srgbClr val="FEFFFF"/>
                </a:solidFill>
                <a:latin typeface="+mj-lt"/>
                <a:ea typeface="+mj-ea"/>
                <a:cs typeface="+mj-cs"/>
              </a:rPr>
              <a:t>Surface Brushing</a:t>
            </a:r>
          </a:p>
        </p:txBody>
      </p:sp>
      <p:pic>
        <p:nvPicPr>
          <p:cNvPr id="9" name="Picture 8">
            <a:extLst>
              <a:ext uri="{FF2B5EF4-FFF2-40B4-BE49-F238E27FC236}">
                <a16:creationId xmlns:a16="http://schemas.microsoft.com/office/drawing/2014/main" id="{3A214F0C-7420-6C4B-D817-4FF0AE91DF24}"/>
              </a:ext>
            </a:extLst>
          </p:cNvPr>
          <p:cNvPicPr>
            <a:picLocks noChangeAspect="1"/>
          </p:cNvPicPr>
          <p:nvPr/>
        </p:nvPicPr>
        <p:blipFill>
          <a:blip r:embed="rId2"/>
          <a:stretch>
            <a:fillRect/>
          </a:stretch>
        </p:blipFill>
        <p:spPr>
          <a:xfrm>
            <a:off x="5751720" y="2538984"/>
            <a:ext cx="2574662" cy="1782953"/>
          </a:xfrm>
          <a:prstGeom prst="rect">
            <a:avLst/>
          </a:prstGeom>
        </p:spPr>
      </p:pic>
      <p:pic>
        <p:nvPicPr>
          <p:cNvPr id="5" name="Picture 4">
            <a:extLst>
              <a:ext uri="{FF2B5EF4-FFF2-40B4-BE49-F238E27FC236}">
                <a16:creationId xmlns:a16="http://schemas.microsoft.com/office/drawing/2014/main" id="{A42B3F6A-C770-36CF-37F0-804EBB915E48}"/>
              </a:ext>
            </a:extLst>
          </p:cNvPr>
          <p:cNvPicPr>
            <a:picLocks noChangeAspect="1"/>
          </p:cNvPicPr>
          <p:nvPr/>
        </p:nvPicPr>
        <p:blipFill>
          <a:blip r:embed="rId3"/>
          <a:stretch>
            <a:fillRect/>
          </a:stretch>
        </p:blipFill>
        <p:spPr>
          <a:xfrm>
            <a:off x="8490108" y="2140313"/>
            <a:ext cx="2574662" cy="2581115"/>
          </a:xfrm>
          <a:prstGeom prst="rect">
            <a:avLst/>
          </a:prstGeom>
        </p:spPr>
      </p:pic>
    </p:spTree>
    <p:extLst>
      <p:ext uri="{BB962C8B-B14F-4D97-AF65-F5344CB8AC3E}">
        <p14:creationId xmlns:p14="http://schemas.microsoft.com/office/powerpoint/2010/main" val="314693861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0000"/>
                <a:satMod val="92000"/>
                <a:lumMod val="120000"/>
              </a:schemeClr>
            </a:gs>
            <a:gs pos="100000">
              <a:schemeClr val="bg2">
                <a:shade val="98000"/>
                <a:satMod val="120000"/>
                <a:lumMod val="98000"/>
              </a:schemeClr>
            </a:gs>
          </a:gsLst>
          <a:path path="circle">
            <a:fillToRect l="50000" t="50000" r="100000" b="100000"/>
          </a:path>
        </a:gradFill>
        <a:effectLst/>
      </p:bgPr>
    </p:bg>
    <p:spTree>
      <p:nvGrpSpPr>
        <p:cNvPr id="1" name="">
          <a:extLst>
            <a:ext uri="{FF2B5EF4-FFF2-40B4-BE49-F238E27FC236}">
              <a16:creationId xmlns:a16="http://schemas.microsoft.com/office/drawing/2014/main" id="{6E4A6771-077C-4C4E-B176-16FF74AD330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89B2E0B-95B2-BE02-252B-7866B6E91ADA}"/>
              </a:ext>
            </a:extLst>
          </p:cNvPr>
          <p:cNvSpPr txBox="1"/>
          <p:nvPr/>
        </p:nvSpPr>
        <p:spPr>
          <a:xfrm>
            <a:off x="540279" y="967417"/>
            <a:ext cx="3778870" cy="3943250"/>
          </a:xfrm>
          <a:prstGeom prst="rect">
            <a:avLst/>
          </a:prstGeom>
        </p:spPr>
        <p:txBody>
          <a:bodyPr vert="horz" lIns="91440" tIns="45720" rIns="91440" bIns="45720" rtlCol="0" anchor="b">
            <a:normAutofit/>
          </a:bodyPr>
          <a:lstStyle/>
          <a:p>
            <a:pPr>
              <a:spcBef>
                <a:spcPct val="0"/>
              </a:spcBef>
              <a:spcAft>
                <a:spcPts val="600"/>
              </a:spcAft>
            </a:pPr>
            <a:r>
              <a:rPr lang="en-US" sz="4000" b="1" i="1" dirty="0">
                <a:solidFill>
                  <a:srgbClr val="FEFFFF"/>
                </a:solidFill>
                <a:latin typeface="+mj-lt"/>
                <a:ea typeface="+mj-ea"/>
                <a:cs typeface="+mj-cs"/>
              </a:rPr>
              <a:t>Salvage Operation</a:t>
            </a:r>
          </a:p>
        </p:txBody>
      </p:sp>
      <p:pic>
        <p:nvPicPr>
          <p:cNvPr id="6" name="Picture 5">
            <a:extLst>
              <a:ext uri="{FF2B5EF4-FFF2-40B4-BE49-F238E27FC236}">
                <a16:creationId xmlns:a16="http://schemas.microsoft.com/office/drawing/2014/main" id="{9D76BCAB-223B-443A-057C-A6E0E0E5E5CF}"/>
              </a:ext>
            </a:extLst>
          </p:cNvPr>
          <p:cNvPicPr>
            <a:picLocks noChangeAspect="1"/>
          </p:cNvPicPr>
          <p:nvPr/>
        </p:nvPicPr>
        <p:blipFill>
          <a:blip r:embed="rId2"/>
          <a:stretch>
            <a:fillRect/>
          </a:stretch>
        </p:blipFill>
        <p:spPr>
          <a:xfrm>
            <a:off x="5751719" y="1685925"/>
            <a:ext cx="2694435" cy="3000375"/>
          </a:xfrm>
          <a:prstGeom prst="rect">
            <a:avLst/>
          </a:prstGeom>
        </p:spPr>
      </p:pic>
      <p:pic>
        <p:nvPicPr>
          <p:cNvPr id="7" name="Picture 6">
            <a:extLst>
              <a:ext uri="{FF2B5EF4-FFF2-40B4-BE49-F238E27FC236}">
                <a16:creationId xmlns:a16="http://schemas.microsoft.com/office/drawing/2014/main" id="{47BA809E-AA29-6AEC-816B-3443FC7F82A0}"/>
              </a:ext>
            </a:extLst>
          </p:cNvPr>
          <p:cNvPicPr>
            <a:picLocks noChangeAspect="1"/>
          </p:cNvPicPr>
          <p:nvPr/>
        </p:nvPicPr>
        <p:blipFill>
          <a:blip r:embed="rId3"/>
          <a:stretch>
            <a:fillRect/>
          </a:stretch>
        </p:blipFill>
        <p:spPr>
          <a:xfrm>
            <a:off x="8490108" y="1816662"/>
            <a:ext cx="2574662" cy="3228416"/>
          </a:xfrm>
          <a:prstGeom prst="rect">
            <a:avLst/>
          </a:prstGeom>
        </p:spPr>
      </p:pic>
    </p:spTree>
    <p:extLst>
      <p:ext uri="{BB962C8B-B14F-4D97-AF65-F5344CB8AC3E}">
        <p14:creationId xmlns:p14="http://schemas.microsoft.com/office/powerpoint/2010/main" val="262618042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0000"/>
                <a:satMod val="92000"/>
                <a:lumMod val="120000"/>
              </a:schemeClr>
            </a:gs>
            <a:gs pos="100000">
              <a:schemeClr val="bg2">
                <a:shade val="98000"/>
                <a:satMod val="120000"/>
                <a:lumMod val="98000"/>
              </a:schemeClr>
            </a:gs>
          </a:gsLst>
          <a:path path="circle">
            <a:fillToRect l="50000" t="50000" r="100000" b="100000"/>
          </a:path>
        </a:gradFill>
        <a:effectLst/>
      </p:bgPr>
    </p:bg>
    <p:spTree>
      <p:nvGrpSpPr>
        <p:cNvPr id="1" name="">
          <a:extLst>
            <a:ext uri="{FF2B5EF4-FFF2-40B4-BE49-F238E27FC236}">
              <a16:creationId xmlns:a16="http://schemas.microsoft.com/office/drawing/2014/main" id="{142C57D5-346F-6B17-0157-3F1034F6374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E0B49B7-7232-5387-E0A5-ABB013B5D591}"/>
              </a:ext>
            </a:extLst>
          </p:cNvPr>
          <p:cNvSpPr txBox="1"/>
          <p:nvPr/>
        </p:nvSpPr>
        <p:spPr>
          <a:xfrm>
            <a:off x="540279" y="967417"/>
            <a:ext cx="3778870" cy="3943250"/>
          </a:xfrm>
          <a:prstGeom prst="rect">
            <a:avLst/>
          </a:prstGeom>
        </p:spPr>
        <p:txBody>
          <a:bodyPr vert="horz" lIns="91440" tIns="45720" rIns="91440" bIns="45720" rtlCol="0" anchor="b">
            <a:normAutofit/>
          </a:bodyPr>
          <a:lstStyle/>
          <a:p>
            <a:pPr>
              <a:spcBef>
                <a:spcPct val="0"/>
              </a:spcBef>
              <a:spcAft>
                <a:spcPts val="600"/>
              </a:spcAft>
            </a:pPr>
            <a:r>
              <a:rPr lang="en-US" sz="4000" b="1" i="1" dirty="0">
                <a:solidFill>
                  <a:srgbClr val="FEFFFF"/>
                </a:solidFill>
                <a:latin typeface="+mj-lt"/>
                <a:ea typeface="+mj-ea"/>
                <a:cs typeface="+mj-cs"/>
              </a:rPr>
              <a:t>Map Reveal</a:t>
            </a:r>
          </a:p>
        </p:txBody>
      </p:sp>
      <p:pic>
        <p:nvPicPr>
          <p:cNvPr id="8" name="Picture 7">
            <a:extLst>
              <a:ext uri="{FF2B5EF4-FFF2-40B4-BE49-F238E27FC236}">
                <a16:creationId xmlns:a16="http://schemas.microsoft.com/office/drawing/2014/main" id="{7CE405D6-454A-6897-9F7B-FF675AD84E07}"/>
              </a:ext>
            </a:extLst>
          </p:cNvPr>
          <p:cNvPicPr>
            <a:picLocks noChangeAspect="1"/>
          </p:cNvPicPr>
          <p:nvPr/>
        </p:nvPicPr>
        <p:blipFill>
          <a:blip r:embed="rId2"/>
          <a:stretch>
            <a:fillRect/>
          </a:stretch>
        </p:blipFill>
        <p:spPr>
          <a:xfrm>
            <a:off x="5751720" y="2471399"/>
            <a:ext cx="2574662" cy="1918122"/>
          </a:xfrm>
          <a:prstGeom prst="rect">
            <a:avLst/>
          </a:prstGeom>
        </p:spPr>
      </p:pic>
      <p:pic>
        <p:nvPicPr>
          <p:cNvPr id="4" name="Picture 3">
            <a:extLst>
              <a:ext uri="{FF2B5EF4-FFF2-40B4-BE49-F238E27FC236}">
                <a16:creationId xmlns:a16="http://schemas.microsoft.com/office/drawing/2014/main" id="{0DD0511C-2EE6-47D2-C221-E130C189B540}"/>
              </a:ext>
            </a:extLst>
          </p:cNvPr>
          <p:cNvPicPr>
            <a:picLocks noChangeAspect="1"/>
          </p:cNvPicPr>
          <p:nvPr/>
        </p:nvPicPr>
        <p:blipFill>
          <a:blip r:embed="rId3"/>
          <a:stretch>
            <a:fillRect/>
          </a:stretch>
        </p:blipFill>
        <p:spPr>
          <a:xfrm>
            <a:off x="8490108" y="2439626"/>
            <a:ext cx="2574662" cy="1982489"/>
          </a:xfrm>
          <a:prstGeom prst="rect">
            <a:avLst/>
          </a:prstGeom>
        </p:spPr>
      </p:pic>
    </p:spTree>
    <p:extLst>
      <p:ext uri="{BB962C8B-B14F-4D97-AF65-F5344CB8AC3E}">
        <p14:creationId xmlns:p14="http://schemas.microsoft.com/office/powerpoint/2010/main" val="34038688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0000"/>
                <a:satMod val="92000"/>
                <a:lumMod val="120000"/>
              </a:schemeClr>
            </a:gs>
            <a:gs pos="100000">
              <a:schemeClr val="bg2">
                <a:shade val="98000"/>
                <a:satMod val="120000"/>
                <a:lumMod val="98000"/>
              </a:schemeClr>
            </a:gs>
          </a:gsLst>
          <a:path path="circle">
            <a:fillToRect l="50000" t="50000" r="100000" b="100000"/>
          </a:path>
        </a:gradFill>
        <a:effectLst/>
      </p:bgPr>
    </p:bg>
    <p:spTree>
      <p:nvGrpSpPr>
        <p:cNvPr id="1" name="">
          <a:extLst>
            <a:ext uri="{FF2B5EF4-FFF2-40B4-BE49-F238E27FC236}">
              <a16:creationId xmlns:a16="http://schemas.microsoft.com/office/drawing/2014/main" id="{C7C78542-2765-FBDB-1D92-8EFBBC0C919B}"/>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7954EF2-07FA-8964-265B-221838CDB9F6}"/>
              </a:ext>
            </a:extLst>
          </p:cNvPr>
          <p:cNvSpPr txBox="1"/>
          <p:nvPr/>
        </p:nvSpPr>
        <p:spPr>
          <a:xfrm>
            <a:off x="540279" y="967417"/>
            <a:ext cx="3778870" cy="3943250"/>
          </a:xfrm>
          <a:prstGeom prst="rect">
            <a:avLst/>
          </a:prstGeom>
        </p:spPr>
        <p:txBody>
          <a:bodyPr vert="horz" lIns="91440" tIns="45720" rIns="91440" bIns="45720" rtlCol="0" anchor="b">
            <a:normAutofit/>
          </a:bodyPr>
          <a:lstStyle/>
          <a:p>
            <a:pPr>
              <a:spcBef>
                <a:spcPct val="0"/>
              </a:spcBef>
              <a:spcAft>
                <a:spcPts val="600"/>
              </a:spcAft>
            </a:pPr>
            <a:r>
              <a:rPr lang="en-US" sz="4000" b="1" i="1" dirty="0">
                <a:solidFill>
                  <a:srgbClr val="FEFFFF"/>
                </a:solidFill>
                <a:latin typeface="+mj-lt"/>
                <a:ea typeface="+mj-ea"/>
                <a:cs typeface="+mj-cs"/>
              </a:rPr>
              <a:t>Careful Recovery</a:t>
            </a:r>
          </a:p>
        </p:txBody>
      </p:sp>
      <p:pic>
        <p:nvPicPr>
          <p:cNvPr id="5" name="Picture 4">
            <a:extLst>
              <a:ext uri="{FF2B5EF4-FFF2-40B4-BE49-F238E27FC236}">
                <a16:creationId xmlns:a16="http://schemas.microsoft.com/office/drawing/2014/main" id="{5EB49002-9D78-720C-63F1-21C2465143CE}"/>
              </a:ext>
            </a:extLst>
          </p:cNvPr>
          <p:cNvPicPr>
            <a:picLocks noChangeAspect="1"/>
          </p:cNvPicPr>
          <p:nvPr/>
        </p:nvPicPr>
        <p:blipFill>
          <a:blip r:embed="rId2"/>
          <a:stretch>
            <a:fillRect/>
          </a:stretch>
        </p:blipFill>
        <p:spPr>
          <a:xfrm>
            <a:off x="5751720" y="2371631"/>
            <a:ext cx="2574662" cy="2117659"/>
          </a:xfrm>
          <a:prstGeom prst="rect">
            <a:avLst/>
          </a:prstGeom>
        </p:spPr>
      </p:pic>
      <p:pic>
        <p:nvPicPr>
          <p:cNvPr id="3" name="Picture 2">
            <a:extLst>
              <a:ext uri="{FF2B5EF4-FFF2-40B4-BE49-F238E27FC236}">
                <a16:creationId xmlns:a16="http://schemas.microsoft.com/office/drawing/2014/main" id="{C3132EDD-0428-F17E-7107-D0E36CC89F0A}"/>
              </a:ext>
            </a:extLst>
          </p:cNvPr>
          <p:cNvPicPr>
            <a:picLocks noChangeAspect="1"/>
          </p:cNvPicPr>
          <p:nvPr/>
        </p:nvPicPr>
        <p:blipFill>
          <a:blip r:embed="rId3"/>
          <a:stretch>
            <a:fillRect/>
          </a:stretch>
        </p:blipFill>
        <p:spPr>
          <a:xfrm>
            <a:off x="8490108" y="2314111"/>
            <a:ext cx="2574662" cy="2233518"/>
          </a:xfrm>
          <a:prstGeom prst="rect">
            <a:avLst/>
          </a:prstGeom>
        </p:spPr>
      </p:pic>
    </p:spTree>
    <p:extLst>
      <p:ext uri="{BB962C8B-B14F-4D97-AF65-F5344CB8AC3E}">
        <p14:creationId xmlns:p14="http://schemas.microsoft.com/office/powerpoint/2010/main" val="334142312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gradFill>
          <a:gsLst>
            <a:gs pos="0">
              <a:schemeClr val="bg2">
                <a:tint val="90000"/>
                <a:satMod val="92000"/>
                <a:lumMod val="120000"/>
              </a:schemeClr>
            </a:gs>
            <a:gs pos="100000">
              <a:schemeClr val="bg2">
                <a:shade val="98000"/>
                <a:satMod val="120000"/>
                <a:lumMod val="98000"/>
              </a:schemeClr>
            </a:gs>
          </a:gsLst>
          <a:path path="circle">
            <a:fillToRect l="50000" t="50000" r="100000" b="100000"/>
          </a:path>
        </a:gradFill>
        <a:effectLst/>
      </p:bgPr>
    </p:bg>
    <p:spTree>
      <p:nvGrpSpPr>
        <p:cNvPr id="1" name=""/>
        <p:cNvGrpSpPr/>
        <p:nvPr/>
      </p:nvGrpSpPr>
      <p:grpSpPr>
        <a:xfrm>
          <a:off x="0" y="0"/>
          <a:ext cx="0" cy="0"/>
          <a:chOff x="0" y="0"/>
          <a:chExt cx="0" cy="0"/>
        </a:xfrm>
      </p:grpSpPr>
      <p:pic>
        <p:nvPicPr>
          <p:cNvPr id="32" name="Picture 31">
            <a:extLst>
              <a:ext uri="{FF2B5EF4-FFF2-40B4-BE49-F238E27FC236}">
                <a16:creationId xmlns:a16="http://schemas.microsoft.com/office/drawing/2014/main" id="{71E7062D-453E-EB80-4EB4-3C5872FDF2AB}"/>
              </a:ext>
            </a:extLst>
          </p:cNvPr>
          <p:cNvPicPr>
            <a:picLocks noChangeAspect="1"/>
          </p:cNvPicPr>
          <p:nvPr/>
        </p:nvPicPr>
        <p:blipFill>
          <a:blip r:embed="rId2"/>
          <a:stretch>
            <a:fillRect/>
          </a:stretch>
        </p:blipFill>
        <p:spPr>
          <a:xfrm>
            <a:off x="4652761" y="3586053"/>
            <a:ext cx="2886478" cy="1390844"/>
          </a:xfrm>
          <a:prstGeom prst="rect">
            <a:avLst/>
          </a:prstGeom>
        </p:spPr>
      </p:pic>
      <p:pic>
        <p:nvPicPr>
          <p:cNvPr id="39" name="Picture 38">
            <a:extLst>
              <a:ext uri="{FF2B5EF4-FFF2-40B4-BE49-F238E27FC236}">
                <a16:creationId xmlns:a16="http://schemas.microsoft.com/office/drawing/2014/main" id="{C9037E1F-54E4-AB68-F6C5-A233812D8E14}"/>
              </a:ext>
            </a:extLst>
          </p:cNvPr>
          <p:cNvPicPr>
            <a:picLocks noChangeAspect="1"/>
          </p:cNvPicPr>
          <p:nvPr/>
        </p:nvPicPr>
        <p:blipFill>
          <a:blip r:embed="rId3"/>
          <a:stretch>
            <a:fillRect/>
          </a:stretch>
        </p:blipFill>
        <p:spPr>
          <a:xfrm>
            <a:off x="2799919" y="271366"/>
            <a:ext cx="7763306" cy="1843184"/>
          </a:xfrm>
          <a:prstGeom prst="rect">
            <a:avLst/>
          </a:prstGeom>
        </p:spPr>
      </p:pic>
    </p:spTree>
    <p:extLst>
      <p:ext uri="{BB962C8B-B14F-4D97-AF65-F5344CB8AC3E}">
        <p14:creationId xmlns:p14="http://schemas.microsoft.com/office/powerpoint/2010/main" val="3762857067"/>
      </p:ext>
    </p:extLst>
  </p:cSld>
  <p:clrMapOvr>
    <a:masterClrMapping/>
  </p:clrMapOvr>
</p:sld>
</file>

<file path=ppt/theme/theme1.xml><?xml version="1.0" encoding="utf-8"?>
<a:theme xmlns:a="http://schemas.openxmlformats.org/drawingml/2006/main" name="Wisp">
  <a:themeElements>
    <a:clrScheme name="Wisp">
      <a:dk1>
        <a:sysClr val="windowText" lastClr="000000"/>
      </a:dk1>
      <a:lt1>
        <a:sysClr val="window" lastClr="FFFFFF"/>
      </a:lt1>
      <a:dk2>
        <a:srgbClr val="766F54"/>
      </a:dk2>
      <a:lt2>
        <a:srgbClr val="E3EACF"/>
      </a:lt2>
      <a:accent1>
        <a:srgbClr val="A53010"/>
      </a:accent1>
      <a:accent2>
        <a:srgbClr val="DE7E18"/>
      </a:accent2>
      <a:accent3>
        <a:srgbClr val="9F8351"/>
      </a:accent3>
      <a:accent4>
        <a:srgbClr val="728653"/>
      </a:accent4>
      <a:accent5>
        <a:srgbClr val="92AA4C"/>
      </a:accent5>
      <a:accent6>
        <a:srgbClr val="6AAC91"/>
      </a:accent6>
      <a:hlink>
        <a:srgbClr val="FB4A18"/>
      </a:hlink>
      <a:folHlink>
        <a:srgbClr val="FB9318"/>
      </a:folHlink>
    </a:clrScheme>
    <a:fontScheme name="Wisp">
      <a:maj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Wisp">
      <a:fillStyleLst>
        <a:solidFill>
          <a:schemeClr val="phClr"/>
        </a:solidFill>
        <a:solidFill>
          <a:schemeClr val="phClr">
            <a:tint val="70000"/>
            <a:lumMod val="104000"/>
          </a:schemeClr>
        </a:solidFill>
        <a:gradFill rotWithShape="1">
          <a:gsLst>
            <a:gs pos="0">
              <a:schemeClr val="phClr">
                <a:tint val="96000"/>
                <a:lumMod val="104000"/>
              </a:schemeClr>
            </a:gs>
            <a:gs pos="100000">
              <a:schemeClr val="phClr">
                <a:shade val="98000"/>
                <a:lumMod val="94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2225" cap="rnd" cmpd="sng" algn="ctr">
          <a:solidFill>
            <a:schemeClr val="phClr"/>
          </a:solidFill>
          <a:prstDash val="solid"/>
        </a:ln>
      </a:lnStyleLst>
      <a:effectStyleLst>
        <a:effectStyle>
          <a:effectLst/>
        </a:effectStyle>
        <a:effectStyle>
          <a:effectLst>
            <a:outerShdw blurRad="38100" dist="25400" dir="5400000" rotWithShape="0">
              <a:srgbClr val="000000">
                <a:alpha val="25000"/>
              </a:srgbClr>
            </a:outerShdw>
          </a:effectLst>
        </a:effectStyle>
        <a:effectStyle>
          <a:effectLst>
            <a:outerShdw blurRad="50800" dist="38100" dir="5400000" rotWithShape="0">
              <a:srgbClr val="000000">
                <a:alpha val="60000"/>
              </a:srgbClr>
            </a:outerShdw>
          </a:effectLst>
        </a:effectStyle>
      </a:effectStyleLst>
      <a:bgFillStyleLst>
        <a:solidFill>
          <a:schemeClr val="phClr"/>
        </a:solidFill>
        <a:gradFill rotWithShape="1">
          <a:gsLst>
            <a:gs pos="0">
              <a:schemeClr val="phClr">
                <a:tint val="90000"/>
                <a:lumMod val="120000"/>
              </a:schemeClr>
            </a:gs>
            <a:gs pos="100000">
              <a:schemeClr val="phClr">
                <a:shade val="98000"/>
                <a:satMod val="120000"/>
                <a:lumMod val="98000"/>
              </a:schemeClr>
            </a:gs>
          </a:gsLst>
          <a:lin ang="5400000" scaled="0"/>
        </a:gradFill>
        <a:gradFill rotWithShape="1">
          <a:gsLst>
            <a:gs pos="0">
              <a:schemeClr val="phClr">
                <a:tint val="90000"/>
                <a:satMod val="92000"/>
                <a:lumMod val="120000"/>
              </a:schemeClr>
            </a:gs>
            <a:gs pos="100000">
              <a:schemeClr val="phClr">
                <a:shade val="98000"/>
                <a:satMod val="120000"/>
                <a:lumMod val="98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Wisp" id="{7CB32D59-10C0-40DD-B7BD-2E94284A981C}" vid="{24B1A44C-C006-48B2-A4D7-E5549B3D8CD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Wisp</Template>
  <TotalTime>1957</TotalTime>
  <Words>275</Words>
  <Application>Microsoft Office PowerPoint</Application>
  <PresentationFormat>Widescreen</PresentationFormat>
  <Paragraphs>40</Paragraphs>
  <Slides>10</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10</vt:i4>
      </vt:variant>
    </vt:vector>
  </HeadingPairs>
  <TitlesOfParts>
    <vt:vector size="16" baseType="lpstr">
      <vt:lpstr>Aptos</vt:lpstr>
      <vt:lpstr>Arial</vt:lpstr>
      <vt:lpstr>Century Gothic</vt:lpstr>
      <vt:lpstr>Times New Roman</vt:lpstr>
      <vt:lpstr>Wingdings 3</vt:lpstr>
      <vt:lpstr>Wisp</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Tyler Technologies, Inc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Kolavennu, Ravi</dc:creator>
  <cp:lastModifiedBy>Kolavennu, Ravi</cp:lastModifiedBy>
  <cp:revision>14</cp:revision>
  <cp:lastPrinted>2025-12-01T03:09:12Z</cp:lastPrinted>
  <dcterms:created xsi:type="dcterms:W3CDTF">2025-11-29T19:38:57Z</dcterms:created>
  <dcterms:modified xsi:type="dcterms:W3CDTF">2025-12-27T21:17:16Z</dcterms:modified>
</cp:coreProperties>
</file>